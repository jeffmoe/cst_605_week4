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48E042-9759-4AE1-B365-9D729071F724}" v="26" dt="2026-02-06T22:45:14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4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rey Moe" userId="495852c6-9817-4bbb-9162-b2e8ad79383d" providerId="ADAL" clId="{45C24337-BC83-426E-8555-560DB5D20005}"/>
    <pc:docChg chg="undo custSel addSld delSld modSld sldOrd">
      <pc:chgData name="Jeffrey Moe" userId="495852c6-9817-4bbb-9162-b2e8ad79383d" providerId="ADAL" clId="{45C24337-BC83-426E-8555-560DB5D20005}" dt="2026-02-06T22:56:23.924" v="3927" actId="20577"/>
      <pc:docMkLst>
        <pc:docMk/>
      </pc:docMkLst>
      <pc:sldChg chg="addSp delSp modSp mod setBg">
        <pc:chgData name="Jeffrey Moe" userId="495852c6-9817-4bbb-9162-b2e8ad79383d" providerId="ADAL" clId="{45C24337-BC83-426E-8555-560DB5D20005}" dt="2026-02-06T21:57:31.006" v="1325" actId="26606"/>
        <pc:sldMkLst>
          <pc:docMk/>
          <pc:sldMk cId="3511809629" sldId="257"/>
        </pc:sldMkLst>
        <pc:spChg chg="mod">
          <ac:chgData name="Jeffrey Moe" userId="495852c6-9817-4bbb-9162-b2e8ad79383d" providerId="ADAL" clId="{45C24337-BC83-426E-8555-560DB5D20005}" dt="2026-02-06T21:57:31.006" v="1325" actId="26606"/>
          <ac:spMkLst>
            <pc:docMk/>
            <pc:sldMk cId="3511809629" sldId="257"/>
            <ac:spMk id="2" creationId="{5E340329-EA19-F4C4-FBD1-7C4C64421F61}"/>
          </ac:spMkLst>
        </pc:spChg>
        <pc:spChg chg="del">
          <ac:chgData name="Jeffrey Moe" userId="495852c6-9817-4bbb-9162-b2e8ad79383d" providerId="ADAL" clId="{45C24337-BC83-426E-8555-560DB5D20005}" dt="2026-02-06T21:57:31.006" v="1325" actId="26606"/>
          <ac:spMkLst>
            <pc:docMk/>
            <pc:sldMk cId="3511809629" sldId="257"/>
            <ac:spMk id="9" creationId="{BACC6370-2D7E-4714-9D71-7542949D7D5D}"/>
          </ac:spMkLst>
        </pc:spChg>
        <pc:spChg chg="del">
          <ac:chgData name="Jeffrey Moe" userId="495852c6-9817-4bbb-9162-b2e8ad79383d" providerId="ADAL" clId="{45C24337-BC83-426E-8555-560DB5D20005}" dt="2026-02-06T21:57:31.006" v="1325" actId="26606"/>
          <ac:spMkLst>
            <pc:docMk/>
            <pc:sldMk cId="3511809629" sldId="257"/>
            <ac:spMk id="11" creationId="{F68B3F68-107C-434F-AA38-110D5EA91B85}"/>
          </ac:spMkLst>
        </pc:spChg>
        <pc:spChg chg="del">
          <ac:chgData name="Jeffrey Moe" userId="495852c6-9817-4bbb-9162-b2e8ad79383d" providerId="ADAL" clId="{45C24337-BC83-426E-8555-560DB5D20005}" dt="2026-02-06T21:57:31.006" v="1325" actId="26606"/>
          <ac:spMkLst>
            <pc:docMk/>
            <pc:sldMk cId="3511809629" sldId="257"/>
            <ac:spMk id="13" creationId="{AAD0DBB9-1A4B-4391-81D4-CB19F9AB918A}"/>
          </ac:spMkLst>
        </pc:spChg>
        <pc:spChg chg="del">
          <ac:chgData name="Jeffrey Moe" userId="495852c6-9817-4bbb-9162-b2e8ad79383d" providerId="ADAL" clId="{45C24337-BC83-426E-8555-560DB5D20005}" dt="2026-02-06T21:57:31.006" v="1325" actId="26606"/>
          <ac:spMkLst>
            <pc:docMk/>
            <pc:sldMk cId="3511809629" sldId="257"/>
            <ac:spMk id="15" creationId="{063BBA22-50EA-4C4D-BE05-F1CE4E63AA56}"/>
          </ac:spMkLst>
        </pc:spChg>
        <pc:spChg chg="add">
          <ac:chgData name="Jeffrey Moe" userId="495852c6-9817-4bbb-9162-b2e8ad79383d" providerId="ADAL" clId="{45C24337-BC83-426E-8555-560DB5D20005}" dt="2026-02-06T21:57:31.006" v="1325" actId="26606"/>
          <ac:spMkLst>
            <pc:docMk/>
            <pc:sldMk cId="3511809629" sldId="257"/>
            <ac:spMk id="20" creationId="{345A976A-8DE3-4B67-B94B-2044FDD12899}"/>
          </ac:spMkLst>
        </pc:spChg>
        <pc:spChg chg="add">
          <ac:chgData name="Jeffrey Moe" userId="495852c6-9817-4bbb-9162-b2e8ad79383d" providerId="ADAL" clId="{45C24337-BC83-426E-8555-560DB5D20005}" dt="2026-02-06T21:57:31.006" v="1325" actId="26606"/>
          <ac:spMkLst>
            <pc:docMk/>
            <pc:sldMk cId="3511809629" sldId="257"/>
            <ac:spMk id="22" creationId="{6EAAA1B9-2DDB-49C9-A037-A523D2F13C15}"/>
          </ac:spMkLst>
        </pc:spChg>
        <pc:grpChg chg="add">
          <ac:chgData name="Jeffrey Moe" userId="495852c6-9817-4bbb-9162-b2e8ad79383d" providerId="ADAL" clId="{45C24337-BC83-426E-8555-560DB5D20005}" dt="2026-02-06T21:57:31.006" v="1325" actId="26606"/>
          <ac:grpSpMkLst>
            <pc:docMk/>
            <pc:sldMk cId="3511809629" sldId="257"/>
            <ac:grpSpMk id="24" creationId="{B441F8D5-EBCE-4FB9-91A9-3425971C1F99}"/>
          </ac:grpSpMkLst>
        </pc:grpChg>
        <pc:grpChg chg="add">
          <ac:chgData name="Jeffrey Moe" userId="495852c6-9817-4bbb-9162-b2e8ad79383d" providerId="ADAL" clId="{45C24337-BC83-426E-8555-560DB5D20005}" dt="2026-02-06T21:57:31.006" v="1325" actId="26606"/>
          <ac:grpSpMkLst>
            <pc:docMk/>
            <pc:sldMk cId="3511809629" sldId="257"/>
            <ac:grpSpMk id="30" creationId="{08701F99-7E4C-4B92-A4B5-307CDFB7A4DE}"/>
          </ac:grpSpMkLst>
        </pc:grpChg>
        <pc:graphicFrameChg chg="mod modGraphic">
          <ac:chgData name="Jeffrey Moe" userId="495852c6-9817-4bbb-9162-b2e8ad79383d" providerId="ADAL" clId="{45C24337-BC83-426E-8555-560DB5D20005}" dt="2026-02-06T21:57:31.006" v="1325" actId="26606"/>
          <ac:graphicFrameMkLst>
            <pc:docMk/>
            <pc:sldMk cId="3511809629" sldId="257"/>
            <ac:graphicFrameMk id="5" creationId="{5709D06D-66BE-39EF-B6F2-299BD11614C8}"/>
          </ac:graphicFrameMkLst>
        </pc:graphicFrameChg>
      </pc:sldChg>
      <pc:sldChg chg="addSp modSp mod setBg modNotesTx">
        <pc:chgData name="Jeffrey Moe" userId="495852c6-9817-4bbb-9162-b2e8ad79383d" providerId="ADAL" clId="{45C24337-BC83-426E-8555-560DB5D20005}" dt="2026-02-06T22:47:52.456" v="2702" actId="20577"/>
        <pc:sldMkLst>
          <pc:docMk/>
          <pc:sldMk cId="835325919" sldId="258"/>
        </pc:sldMkLst>
        <pc:spChg chg="mod">
          <ac:chgData name="Jeffrey Moe" userId="495852c6-9817-4bbb-9162-b2e8ad79383d" providerId="ADAL" clId="{45C24337-BC83-426E-8555-560DB5D20005}" dt="2026-02-06T21:28:39.054" v="377" actId="26606"/>
          <ac:spMkLst>
            <pc:docMk/>
            <pc:sldMk cId="835325919" sldId="258"/>
            <ac:spMk id="2" creationId="{AD4084AD-6A6E-DC0F-CA40-651A888431DC}"/>
          </ac:spMkLst>
        </pc:spChg>
        <pc:spChg chg="mod">
          <ac:chgData name="Jeffrey Moe" userId="495852c6-9817-4bbb-9162-b2e8ad79383d" providerId="ADAL" clId="{45C24337-BC83-426E-8555-560DB5D20005}" dt="2026-02-06T21:29:33.081" v="385" actId="1076"/>
          <ac:spMkLst>
            <pc:docMk/>
            <pc:sldMk cId="835325919" sldId="258"/>
            <ac:spMk id="3" creationId="{BA04209B-5C81-0192-6777-1D613CAD06E7}"/>
          </ac:spMkLst>
        </pc:spChg>
        <pc:spChg chg="add">
          <ac:chgData name="Jeffrey Moe" userId="495852c6-9817-4bbb-9162-b2e8ad79383d" providerId="ADAL" clId="{45C24337-BC83-426E-8555-560DB5D20005}" dt="2026-02-06T21:28:39.054" v="377" actId="26606"/>
          <ac:spMkLst>
            <pc:docMk/>
            <pc:sldMk cId="835325919" sldId="258"/>
            <ac:spMk id="8" creationId="{4BC99CB9-DDAD-44A2-8A1C-E3AF4E72DF5C}"/>
          </ac:spMkLst>
        </pc:spChg>
        <pc:spChg chg="add">
          <ac:chgData name="Jeffrey Moe" userId="495852c6-9817-4bbb-9162-b2e8ad79383d" providerId="ADAL" clId="{45C24337-BC83-426E-8555-560DB5D20005}" dt="2026-02-06T21:28:39.054" v="377" actId="26606"/>
          <ac:spMkLst>
            <pc:docMk/>
            <pc:sldMk cId="835325919" sldId="258"/>
            <ac:spMk id="10" creationId="{64053CBF-3932-45FF-8285-EE5146085F3A}"/>
          </ac:spMkLst>
        </pc:spChg>
        <pc:grpChg chg="add">
          <ac:chgData name="Jeffrey Moe" userId="495852c6-9817-4bbb-9162-b2e8ad79383d" providerId="ADAL" clId="{45C24337-BC83-426E-8555-560DB5D20005}" dt="2026-02-06T21:28:39.054" v="377" actId="26606"/>
          <ac:grpSpMkLst>
            <pc:docMk/>
            <pc:sldMk cId="835325919" sldId="258"/>
            <ac:grpSpMk id="12" creationId="{2E751C04-BEA6-446B-A678-9C74819EBD4C}"/>
          </ac:grpSpMkLst>
        </pc:grpChg>
        <pc:grpChg chg="add">
          <ac:chgData name="Jeffrey Moe" userId="495852c6-9817-4bbb-9162-b2e8ad79383d" providerId="ADAL" clId="{45C24337-BC83-426E-8555-560DB5D20005}" dt="2026-02-06T21:28:39.054" v="377" actId="26606"/>
          <ac:grpSpMkLst>
            <pc:docMk/>
            <pc:sldMk cId="835325919" sldId="258"/>
            <ac:grpSpMk id="18" creationId="{B63ACBA3-DEFD-4C6D-BBA0-64468FA99C2D}"/>
          </ac:grpSpMkLst>
        </pc:grpChg>
        <pc:picChg chg="add mod">
          <ac:chgData name="Jeffrey Moe" userId="495852c6-9817-4bbb-9162-b2e8ad79383d" providerId="ADAL" clId="{45C24337-BC83-426E-8555-560DB5D20005}" dt="2026-02-06T21:29:43.613" v="389" actId="14100"/>
          <ac:picMkLst>
            <pc:docMk/>
            <pc:sldMk cId="835325919" sldId="258"/>
            <ac:picMk id="5" creationId="{FA5E7F58-0913-34E7-4E52-19D27F10BA03}"/>
          </ac:picMkLst>
        </pc:picChg>
      </pc:sldChg>
      <pc:sldChg chg="addSp modSp new mod setBg modNotesTx">
        <pc:chgData name="Jeffrey Moe" userId="495852c6-9817-4bbb-9162-b2e8ad79383d" providerId="ADAL" clId="{45C24337-BC83-426E-8555-560DB5D20005}" dt="2026-02-06T22:48:12.629" v="2780" actId="20577"/>
        <pc:sldMkLst>
          <pc:docMk/>
          <pc:sldMk cId="3323290428" sldId="260"/>
        </pc:sldMkLst>
        <pc:spChg chg="mod">
          <ac:chgData name="Jeffrey Moe" userId="495852c6-9817-4bbb-9162-b2e8ad79383d" providerId="ADAL" clId="{45C24337-BC83-426E-8555-560DB5D20005}" dt="2026-02-06T21:33:54.961" v="671" actId="26606"/>
          <ac:spMkLst>
            <pc:docMk/>
            <pc:sldMk cId="3323290428" sldId="260"/>
            <ac:spMk id="2" creationId="{836656FE-E39A-A74E-B021-905736BC67CB}"/>
          </ac:spMkLst>
        </pc:spChg>
        <pc:spChg chg="mod">
          <ac:chgData name="Jeffrey Moe" userId="495852c6-9817-4bbb-9162-b2e8ad79383d" providerId="ADAL" clId="{45C24337-BC83-426E-8555-560DB5D20005}" dt="2026-02-06T21:34:53.938" v="727" actId="20577"/>
          <ac:spMkLst>
            <pc:docMk/>
            <pc:sldMk cId="3323290428" sldId="260"/>
            <ac:spMk id="3" creationId="{1AAD1421-6E4F-8CE1-D641-43457C7F745B}"/>
          </ac:spMkLst>
        </pc:spChg>
        <pc:spChg chg="add">
          <ac:chgData name="Jeffrey Moe" userId="495852c6-9817-4bbb-9162-b2e8ad79383d" providerId="ADAL" clId="{45C24337-BC83-426E-8555-560DB5D20005}" dt="2026-02-06T21:33:54.961" v="671" actId="26606"/>
          <ac:spMkLst>
            <pc:docMk/>
            <pc:sldMk cId="3323290428" sldId="260"/>
            <ac:spMk id="8" creationId="{4BC99CB9-DDAD-44A2-8A1C-E3AF4E72DF5C}"/>
          </ac:spMkLst>
        </pc:spChg>
        <pc:spChg chg="add">
          <ac:chgData name="Jeffrey Moe" userId="495852c6-9817-4bbb-9162-b2e8ad79383d" providerId="ADAL" clId="{45C24337-BC83-426E-8555-560DB5D20005}" dt="2026-02-06T21:33:54.961" v="671" actId="26606"/>
          <ac:spMkLst>
            <pc:docMk/>
            <pc:sldMk cId="3323290428" sldId="260"/>
            <ac:spMk id="10" creationId="{64053CBF-3932-45FF-8285-EE5146085F3A}"/>
          </ac:spMkLst>
        </pc:spChg>
        <pc:grpChg chg="add">
          <ac:chgData name="Jeffrey Moe" userId="495852c6-9817-4bbb-9162-b2e8ad79383d" providerId="ADAL" clId="{45C24337-BC83-426E-8555-560DB5D20005}" dt="2026-02-06T21:33:54.961" v="671" actId="26606"/>
          <ac:grpSpMkLst>
            <pc:docMk/>
            <pc:sldMk cId="3323290428" sldId="260"/>
            <ac:grpSpMk id="12" creationId="{2E751C04-BEA6-446B-A678-9C74819EBD4C}"/>
          </ac:grpSpMkLst>
        </pc:grpChg>
        <pc:grpChg chg="add">
          <ac:chgData name="Jeffrey Moe" userId="495852c6-9817-4bbb-9162-b2e8ad79383d" providerId="ADAL" clId="{45C24337-BC83-426E-8555-560DB5D20005}" dt="2026-02-06T21:33:54.961" v="671" actId="26606"/>
          <ac:grpSpMkLst>
            <pc:docMk/>
            <pc:sldMk cId="3323290428" sldId="260"/>
            <ac:grpSpMk id="18" creationId="{B63ACBA3-DEFD-4C6D-BBA0-64468FA99C2D}"/>
          </ac:grpSpMkLst>
        </pc:grpChg>
      </pc:sldChg>
      <pc:sldChg chg="addSp modSp new mod setBg">
        <pc:chgData name="Jeffrey Moe" userId="495852c6-9817-4bbb-9162-b2e8ad79383d" providerId="ADAL" clId="{45C24337-BC83-426E-8555-560DB5D20005}" dt="2026-02-06T21:35:16.027" v="731" actId="26606"/>
        <pc:sldMkLst>
          <pc:docMk/>
          <pc:sldMk cId="2081928661" sldId="261"/>
        </pc:sldMkLst>
        <pc:spChg chg="mod">
          <ac:chgData name="Jeffrey Moe" userId="495852c6-9817-4bbb-9162-b2e8ad79383d" providerId="ADAL" clId="{45C24337-BC83-426E-8555-560DB5D20005}" dt="2026-02-06T21:35:16.027" v="731" actId="26606"/>
          <ac:spMkLst>
            <pc:docMk/>
            <pc:sldMk cId="2081928661" sldId="261"/>
            <ac:spMk id="2" creationId="{3B6EC0E8-60F5-B577-C786-7E92DD34CFC4}"/>
          </ac:spMkLst>
        </pc:spChg>
        <pc:spChg chg="mod">
          <ac:chgData name="Jeffrey Moe" userId="495852c6-9817-4bbb-9162-b2e8ad79383d" providerId="ADAL" clId="{45C24337-BC83-426E-8555-560DB5D20005}" dt="2026-02-06T21:35:16.027" v="731" actId="26606"/>
          <ac:spMkLst>
            <pc:docMk/>
            <pc:sldMk cId="2081928661" sldId="261"/>
            <ac:spMk id="3" creationId="{C5756041-B7FD-EAC5-5D19-0D99868DD421}"/>
          </ac:spMkLst>
        </pc:spChg>
        <pc:spChg chg="add">
          <ac:chgData name="Jeffrey Moe" userId="495852c6-9817-4bbb-9162-b2e8ad79383d" providerId="ADAL" clId="{45C24337-BC83-426E-8555-560DB5D20005}" dt="2026-02-06T21:35:16.027" v="731" actId="26606"/>
          <ac:spMkLst>
            <pc:docMk/>
            <pc:sldMk cId="2081928661" sldId="261"/>
            <ac:spMk id="8" creationId="{A8DB9CD9-59B1-4D73-BC4C-98796A48EF9B}"/>
          </ac:spMkLst>
        </pc:spChg>
        <pc:spChg chg="add">
          <ac:chgData name="Jeffrey Moe" userId="495852c6-9817-4bbb-9162-b2e8ad79383d" providerId="ADAL" clId="{45C24337-BC83-426E-8555-560DB5D20005}" dt="2026-02-06T21:35:16.027" v="731" actId="26606"/>
          <ac:spMkLst>
            <pc:docMk/>
            <pc:sldMk cId="2081928661" sldId="261"/>
            <ac:spMk id="10" creationId="{8874A6A9-41FF-4E33-AFA8-F9F81436A59E}"/>
          </ac:spMkLst>
        </pc:spChg>
        <pc:grpChg chg="add">
          <ac:chgData name="Jeffrey Moe" userId="495852c6-9817-4bbb-9162-b2e8ad79383d" providerId="ADAL" clId="{45C24337-BC83-426E-8555-560DB5D20005}" dt="2026-02-06T21:35:16.027" v="731" actId="26606"/>
          <ac:grpSpMkLst>
            <pc:docMk/>
            <pc:sldMk cId="2081928661" sldId="261"/>
            <ac:grpSpMk id="12" creationId="{721D730E-1F97-4071-B143-B05E6D2599BC}"/>
          </ac:grpSpMkLst>
        </pc:grpChg>
      </pc:sldChg>
      <pc:sldChg chg="addSp delSp modSp new mod setBg modNotesTx">
        <pc:chgData name="Jeffrey Moe" userId="495852c6-9817-4bbb-9162-b2e8ad79383d" providerId="ADAL" clId="{45C24337-BC83-426E-8555-560DB5D20005}" dt="2026-02-06T22:48:36.499" v="2903" actId="20577"/>
        <pc:sldMkLst>
          <pc:docMk/>
          <pc:sldMk cId="1528324634" sldId="262"/>
        </pc:sldMkLst>
        <pc:spChg chg="mod">
          <ac:chgData name="Jeffrey Moe" userId="495852c6-9817-4bbb-9162-b2e8ad79383d" providerId="ADAL" clId="{45C24337-BC83-426E-8555-560DB5D20005}" dt="2026-02-06T21:38:15.827" v="842" actId="26606"/>
          <ac:spMkLst>
            <pc:docMk/>
            <pc:sldMk cId="1528324634" sldId="262"/>
            <ac:spMk id="2" creationId="{023B7EE2-6209-A911-D48D-EE91CEB5AB0E}"/>
          </ac:spMkLst>
        </pc:spChg>
        <pc:spChg chg="mod">
          <ac:chgData name="Jeffrey Moe" userId="495852c6-9817-4bbb-9162-b2e8ad79383d" providerId="ADAL" clId="{45C24337-BC83-426E-8555-560DB5D20005}" dt="2026-02-06T21:45:01.845" v="1053" actId="20577"/>
          <ac:spMkLst>
            <pc:docMk/>
            <pc:sldMk cId="1528324634" sldId="262"/>
            <ac:spMk id="3" creationId="{355BF902-FCDE-EEFD-C2EF-4A73AF001363}"/>
          </ac:spMkLst>
        </pc:spChg>
        <pc:spChg chg="add">
          <ac:chgData name="Jeffrey Moe" userId="495852c6-9817-4bbb-9162-b2e8ad79383d" providerId="ADAL" clId="{45C24337-BC83-426E-8555-560DB5D20005}" dt="2026-02-06T21:38:15.827" v="842" actId="26606"/>
          <ac:spMkLst>
            <pc:docMk/>
            <pc:sldMk cId="1528324634" sldId="262"/>
            <ac:spMk id="8" creationId="{4BC99CB9-DDAD-44A2-8A1C-E3AF4E72DF5C}"/>
          </ac:spMkLst>
        </pc:spChg>
        <pc:spChg chg="add">
          <ac:chgData name="Jeffrey Moe" userId="495852c6-9817-4bbb-9162-b2e8ad79383d" providerId="ADAL" clId="{45C24337-BC83-426E-8555-560DB5D20005}" dt="2026-02-06T21:38:15.827" v="842" actId="26606"/>
          <ac:spMkLst>
            <pc:docMk/>
            <pc:sldMk cId="1528324634" sldId="262"/>
            <ac:spMk id="10" creationId="{64053CBF-3932-45FF-8285-EE5146085F3A}"/>
          </ac:spMkLst>
        </pc:spChg>
        <pc:grpChg chg="add">
          <ac:chgData name="Jeffrey Moe" userId="495852c6-9817-4bbb-9162-b2e8ad79383d" providerId="ADAL" clId="{45C24337-BC83-426E-8555-560DB5D20005}" dt="2026-02-06T21:38:15.827" v="842" actId="26606"/>
          <ac:grpSpMkLst>
            <pc:docMk/>
            <pc:sldMk cId="1528324634" sldId="262"/>
            <ac:grpSpMk id="12" creationId="{2E751C04-BEA6-446B-A678-9C74819EBD4C}"/>
          </ac:grpSpMkLst>
        </pc:grpChg>
        <pc:grpChg chg="add">
          <ac:chgData name="Jeffrey Moe" userId="495852c6-9817-4bbb-9162-b2e8ad79383d" providerId="ADAL" clId="{45C24337-BC83-426E-8555-560DB5D20005}" dt="2026-02-06T21:38:15.827" v="842" actId="26606"/>
          <ac:grpSpMkLst>
            <pc:docMk/>
            <pc:sldMk cId="1528324634" sldId="262"/>
            <ac:grpSpMk id="18" creationId="{B63ACBA3-DEFD-4C6D-BBA0-64468FA99C2D}"/>
          </ac:grpSpMkLst>
        </pc:grpChg>
        <pc:picChg chg="add del mod">
          <ac:chgData name="Jeffrey Moe" userId="495852c6-9817-4bbb-9162-b2e8ad79383d" providerId="ADAL" clId="{45C24337-BC83-426E-8555-560DB5D20005}" dt="2026-02-06T21:38:12.260" v="841" actId="478"/>
          <ac:picMkLst>
            <pc:docMk/>
            <pc:sldMk cId="1528324634" sldId="262"/>
            <ac:picMk id="5" creationId="{9D8C7A92-8F7B-BEBA-CAF0-015893200844}"/>
          </ac:picMkLst>
        </pc:picChg>
        <pc:picChg chg="add mod">
          <ac:chgData name="Jeffrey Moe" userId="495852c6-9817-4bbb-9162-b2e8ad79383d" providerId="ADAL" clId="{45C24337-BC83-426E-8555-560DB5D20005}" dt="2026-02-06T21:44:20.336" v="981" actId="1076"/>
          <ac:picMkLst>
            <pc:docMk/>
            <pc:sldMk cId="1528324634" sldId="262"/>
            <ac:picMk id="7" creationId="{499ED0CD-1D81-3A34-6251-CE81CC26511C}"/>
          </ac:picMkLst>
        </pc:picChg>
        <pc:picChg chg="add mod">
          <ac:chgData name="Jeffrey Moe" userId="495852c6-9817-4bbb-9162-b2e8ad79383d" providerId="ADAL" clId="{45C24337-BC83-426E-8555-560DB5D20005}" dt="2026-02-06T21:44:22.741" v="982" actId="1076"/>
          <ac:picMkLst>
            <pc:docMk/>
            <pc:sldMk cId="1528324634" sldId="262"/>
            <ac:picMk id="11" creationId="{0DBF2AC3-9A4B-3636-DB06-FE1AD7BD2711}"/>
          </ac:picMkLst>
        </pc:picChg>
      </pc:sldChg>
      <pc:sldChg chg="addSp modSp new mod setBg modNotesTx">
        <pc:chgData name="Jeffrey Moe" userId="495852c6-9817-4bbb-9162-b2e8ad79383d" providerId="ADAL" clId="{45C24337-BC83-426E-8555-560DB5D20005}" dt="2026-02-06T22:49:12.465" v="3074" actId="20577"/>
        <pc:sldMkLst>
          <pc:docMk/>
          <pc:sldMk cId="2029330676" sldId="263"/>
        </pc:sldMkLst>
        <pc:spChg chg="mod">
          <ac:chgData name="Jeffrey Moe" userId="495852c6-9817-4bbb-9162-b2e8ad79383d" providerId="ADAL" clId="{45C24337-BC83-426E-8555-560DB5D20005}" dt="2026-02-06T21:45:24.304" v="1054" actId="26606"/>
          <ac:spMkLst>
            <pc:docMk/>
            <pc:sldMk cId="2029330676" sldId="263"/>
            <ac:spMk id="2" creationId="{1483B045-9658-8833-45E8-CF3CBCF86D4F}"/>
          </ac:spMkLst>
        </pc:spChg>
        <pc:spChg chg="mod">
          <ac:chgData name="Jeffrey Moe" userId="495852c6-9817-4bbb-9162-b2e8ad79383d" providerId="ADAL" clId="{45C24337-BC83-426E-8555-560DB5D20005}" dt="2026-02-06T21:52:00.224" v="1267" actId="404"/>
          <ac:spMkLst>
            <pc:docMk/>
            <pc:sldMk cId="2029330676" sldId="263"/>
            <ac:spMk id="3" creationId="{0D9CE50F-63B0-8F49-2C26-A9F549A1FCE2}"/>
          </ac:spMkLst>
        </pc:spChg>
        <pc:spChg chg="add">
          <ac:chgData name="Jeffrey Moe" userId="495852c6-9817-4bbb-9162-b2e8ad79383d" providerId="ADAL" clId="{45C24337-BC83-426E-8555-560DB5D20005}" dt="2026-02-06T21:45:24.304" v="1054" actId="26606"/>
          <ac:spMkLst>
            <pc:docMk/>
            <pc:sldMk cId="2029330676" sldId="263"/>
            <ac:spMk id="8" creationId="{4BC99CB9-DDAD-44A2-8A1C-E3AF4E72DF5C}"/>
          </ac:spMkLst>
        </pc:spChg>
        <pc:spChg chg="add">
          <ac:chgData name="Jeffrey Moe" userId="495852c6-9817-4bbb-9162-b2e8ad79383d" providerId="ADAL" clId="{45C24337-BC83-426E-8555-560DB5D20005}" dt="2026-02-06T21:45:24.304" v="1054" actId="26606"/>
          <ac:spMkLst>
            <pc:docMk/>
            <pc:sldMk cId="2029330676" sldId="263"/>
            <ac:spMk id="10" creationId="{64053CBF-3932-45FF-8285-EE5146085F3A}"/>
          </ac:spMkLst>
        </pc:spChg>
        <pc:grpChg chg="add">
          <ac:chgData name="Jeffrey Moe" userId="495852c6-9817-4bbb-9162-b2e8ad79383d" providerId="ADAL" clId="{45C24337-BC83-426E-8555-560DB5D20005}" dt="2026-02-06T21:45:24.304" v="1054" actId="26606"/>
          <ac:grpSpMkLst>
            <pc:docMk/>
            <pc:sldMk cId="2029330676" sldId="263"/>
            <ac:grpSpMk id="12" creationId="{2E751C04-BEA6-446B-A678-9C74819EBD4C}"/>
          </ac:grpSpMkLst>
        </pc:grpChg>
        <pc:grpChg chg="add">
          <ac:chgData name="Jeffrey Moe" userId="495852c6-9817-4bbb-9162-b2e8ad79383d" providerId="ADAL" clId="{45C24337-BC83-426E-8555-560DB5D20005}" dt="2026-02-06T21:45:24.304" v="1054" actId="26606"/>
          <ac:grpSpMkLst>
            <pc:docMk/>
            <pc:sldMk cId="2029330676" sldId="263"/>
            <ac:grpSpMk id="18" creationId="{B63ACBA3-DEFD-4C6D-BBA0-64468FA99C2D}"/>
          </ac:grpSpMkLst>
        </pc:grpChg>
        <pc:picChg chg="add mod">
          <ac:chgData name="Jeffrey Moe" userId="495852c6-9817-4bbb-9162-b2e8ad79383d" providerId="ADAL" clId="{45C24337-BC83-426E-8555-560DB5D20005}" dt="2026-02-06T21:52:05.574" v="1269" actId="14100"/>
          <ac:picMkLst>
            <pc:docMk/>
            <pc:sldMk cId="2029330676" sldId="263"/>
            <ac:picMk id="5" creationId="{1BBF4FDA-B1AD-49DA-FDE0-379F942467AF}"/>
          </ac:picMkLst>
        </pc:picChg>
        <pc:picChg chg="add mod">
          <ac:chgData name="Jeffrey Moe" userId="495852c6-9817-4bbb-9162-b2e8ad79383d" providerId="ADAL" clId="{45C24337-BC83-426E-8555-560DB5D20005}" dt="2026-02-06T21:55:05.364" v="1306" actId="1076"/>
          <ac:picMkLst>
            <pc:docMk/>
            <pc:sldMk cId="2029330676" sldId="263"/>
            <ac:picMk id="7" creationId="{9B216A04-4522-8D68-1B74-9EC6F131BF4E}"/>
          </ac:picMkLst>
        </pc:picChg>
        <pc:picChg chg="add mod">
          <ac:chgData name="Jeffrey Moe" userId="495852c6-9817-4bbb-9162-b2e8ad79383d" providerId="ADAL" clId="{45C24337-BC83-426E-8555-560DB5D20005}" dt="2026-02-06T21:55:12.963" v="1309" actId="1076"/>
          <ac:picMkLst>
            <pc:docMk/>
            <pc:sldMk cId="2029330676" sldId="263"/>
            <ac:picMk id="23" creationId="{8836911B-69A4-1F88-4644-FE2201AC4D96}"/>
          </ac:picMkLst>
        </pc:picChg>
        <pc:cxnChg chg="add mod">
          <ac:chgData name="Jeffrey Moe" userId="495852c6-9817-4bbb-9162-b2e8ad79383d" providerId="ADAL" clId="{45C24337-BC83-426E-8555-560DB5D20005}" dt="2026-02-06T21:57:57.529" v="1328" actId="1582"/>
          <ac:cxnSpMkLst>
            <pc:docMk/>
            <pc:sldMk cId="2029330676" sldId="263"/>
            <ac:cxnSpMk id="11" creationId="{1F38A488-7B7E-AE05-D721-F72E935F674A}"/>
          </ac:cxnSpMkLst>
        </pc:cxnChg>
        <pc:cxnChg chg="add mod">
          <ac:chgData name="Jeffrey Moe" userId="495852c6-9817-4bbb-9162-b2e8ad79383d" providerId="ADAL" clId="{45C24337-BC83-426E-8555-560DB5D20005}" dt="2026-02-06T21:58:02.280" v="1329" actId="1582"/>
          <ac:cxnSpMkLst>
            <pc:docMk/>
            <pc:sldMk cId="2029330676" sldId="263"/>
            <ac:cxnSpMk id="28" creationId="{A2D29AB3-3331-3CA7-DC83-F71494DC6A2A}"/>
          </ac:cxnSpMkLst>
        </pc:cxnChg>
        <pc:cxnChg chg="add mod">
          <ac:chgData name="Jeffrey Moe" userId="495852c6-9817-4bbb-9162-b2e8ad79383d" providerId="ADAL" clId="{45C24337-BC83-426E-8555-560DB5D20005}" dt="2026-02-06T21:56:23.269" v="1317" actId="208"/>
          <ac:cxnSpMkLst>
            <pc:docMk/>
            <pc:sldMk cId="2029330676" sldId="263"/>
            <ac:cxnSpMk id="31" creationId="{4581C757-38B2-AEE3-1459-B81FD6135080}"/>
          </ac:cxnSpMkLst>
        </pc:cxnChg>
      </pc:sldChg>
      <pc:sldChg chg="new del">
        <pc:chgData name="Jeffrey Moe" userId="495852c6-9817-4bbb-9162-b2e8ad79383d" providerId="ADAL" clId="{45C24337-BC83-426E-8555-560DB5D20005}" dt="2026-02-06T21:53:20.447" v="1280" actId="47"/>
        <pc:sldMkLst>
          <pc:docMk/>
          <pc:sldMk cId="246974114" sldId="264"/>
        </pc:sldMkLst>
      </pc:sldChg>
      <pc:sldChg chg="addSp delSp modSp new del mod setBg">
        <pc:chgData name="Jeffrey Moe" userId="495852c6-9817-4bbb-9162-b2e8ad79383d" providerId="ADAL" clId="{45C24337-BC83-426E-8555-560DB5D20005}" dt="2026-02-06T21:56:29.566" v="1318" actId="47"/>
        <pc:sldMkLst>
          <pc:docMk/>
          <pc:sldMk cId="450559806" sldId="264"/>
        </pc:sldMkLst>
        <pc:spChg chg="mod">
          <ac:chgData name="Jeffrey Moe" userId="495852c6-9817-4bbb-9162-b2e8ad79383d" providerId="ADAL" clId="{45C24337-BC83-426E-8555-560DB5D20005}" dt="2026-02-06T21:53:32.592" v="1297" actId="26606"/>
          <ac:spMkLst>
            <pc:docMk/>
            <pc:sldMk cId="450559806" sldId="264"/>
            <ac:spMk id="2" creationId="{9B4A0073-8C94-474F-3D1F-438A9BF5421A}"/>
          </ac:spMkLst>
        </pc:spChg>
        <pc:spChg chg="del mod">
          <ac:chgData name="Jeffrey Moe" userId="495852c6-9817-4bbb-9162-b2e8ad79383d" providerId="ADAL" clId="{45C24337-BC83-426E-8555-560DB5D20005}" dt="2026-02-06T21:53:37.627" v="1298" actId="478"/>
          <ac:spMkLst>
            <pc:docMk/>
            <pc:sldMk cId="450559806" sldId="264"/>
            <ac:spMk id="3" creationId="{4E2BB333-ED2B-9E43-0CC0-6AAFF086A85C}"/>
          </ac:spMkLst>
        </pc:spChg>
        <pc:spChg chg="add">
          <ac:chgData name="Jeffrey Moe" userId="495852c6-9817-4bbb-9162-b2e8ad79383d" providerId="ADAL" clId="{45C24337-BC83-426E-8555-560DB5D20005}" dt="2026-02-06T21:53:32.592" v="1297" actId="26606"/>
          <ac:spMkLst>
            <pc:docMk/>
            <pc:sldMk cId="450559806" sldId="264"/>
            <ac:spMk id="8" creationId="{4BC99CB9-DDAD-44A2-8A1C-E3AF4E72DF5C}"/>
          </ac:spMkLst>
        </pc:spChg>
        <pc:spChg chg="add">
          <ac:chgData name="Jeffrey Moe" userId="495852c6-9817-4bbb-9162-b2e8ad79383d" providerId="ADAL" clId="{45C24337-BC83-426E-8555-560DB5D20005}" dt="2026-02-06T21:53:32.592" v="1297" actId="26606"/>
          <ac:spMkLst>
            <pc:docMk/>
            <pc:sldMk cId="450559806" sldId="264"/>
            <ac:spMk id="10" creationId="{64053CBF-3932-45FF-8285-EE5146085F3A}"/>
          </ac:spMkLst>
        </pc:spChg>
        <pc:grpChg chg="add">
          <ac:chgData name="Jeffrey Moe" userId="495852c6-9817-4bbb-9162-b2e8ad79383d" providerId="ADAL" clId="{45C24337-BC83-426E-8555-560DB5D20005}" dt="2026-02-06T21:53:32.592" v="1297" actId="26606"/>
          <ac:grpSpMkLst>
            <pc:docMk/>
            <pc:sldMk cId="450559806" sldId="264"/>
            <ac:grpSpMk id="12" creationId="{2E751C04-BEA6-446B-A678-9C74819EBD4C}"/>
          </ac:grpSpMkLst>
        </pc:grpChg>
        <pc:grpChg chg="add">
          <ac:chgData name="Jeffrey Moe" userId="495852c6-9817-4bbb-9162-b2e8ad79383d" providerId="ADAL" clId="{45C24337-BC83-426E-8555-560DB5D20005}" dt="2026-02-06T21:53:32.592" v="1297" actId="26606"/>
          <ac:grpSpMkLst>
            <pc:docMk/>
            <pc:sldMk cId="450559806" sldId="264"/>
            <ac:grpSpMk id="18" creationId="{B63ACBA3-DEFD-4C6D-BBA0-64468FA99C2D}"/>
          </ac:grpSpMkLst>
        </pc:grpChg>
      </pc:sldChg>
      <pc:sldChg chg="addSp modSp new mod setBg">
        <pc:chgData name="Jeffrey Moe" userId="495852c6-9817-4bbb-9162-b2e8ad79383d" providerId="ADAL" clId="{45C24337-BC83-426E-8555-560DB5D20005}" dt="2026-02-06T21:57:15.840" v="1324" actId="26606"/>
        <pc:sldMkLst>
          <pc:docMk/>
          <pc:sldMk cId="2430270196" sldId="264"/>
        </pc:sldMkLst>
        <pc:spChg chg="mod">
          <ac:chgData name="Jeffrey Moe" userId="495852c6-9817-4bbb-9162-b2e8ad79383d" providerId="ADAL" clId="{45C24337-BC83-426E-8555-560DB5D20005}" dt="2026-02-06T21:57:15.840" v="1324" actId="26606"/>
          <ac:spMkLst>
            <pc:docMk/>
            <pc:sldMk cId="2430270196" sldId="264"/>
            <ac:spMk id="2" creationId="{78E8174D-7F28-ACD5-F290-C5C20D989DCA}"/>
          </ac:spMkLst>
        </pc:spChg>
        <pc:spChg chg="mod">
          <ac:chgData name="Jeffrey Moe" userId="495852c6-9817-4bbb-9162-b2e8ad79383d" providerId="ADAL" clId="{45C24337-BC83-426E-8555-560DB5D20005}" dt="2026-02-06T21:57:15.840" v="1324" actId="26606"/>
          <ac:spMkLst>
            <pc:docMk/>
            <pc:sldMk cId="2430270196" sldId="264"/>
            <ac:spMk id="3" creationId="{3A5B7BF7-4FB9-39AB-3D27-5A487AEBD997}"/>
          </ac:spMkLst>
        </pc:spChg>
        <pc:spChg chg="add">
          <ac:chgData name="Jeffrey Moe" userId="495852c6-9817-4bbb-9162-b2e8ad79383d" providerId="ADAL" clId="{45C24337-BC83-426E-8555-560DB5D20005}" dt="2026-02-06T21:57:15.840" v="1324" actId="26606"/>
          <ac:spMkLst>
            <pc:docMk/>
            <pc:sldMk cId="2430270196" sldId="264"/>
            <ac:spMk id="8" creationId="{A8DB9CD9-59B1-4D73-BC4C-98796A48EF9B}"/>
          </ac:spMkLst>
        </pc:spChg>
        <pc:spChg chg="add">
          <ac:chgData name="Jeffrey Moe" userId="495852c6-9817-4bbb-9162-b2e8ad79383d" providerId="ADAL" clId="{45C24337-BC83-426E-8555-560DB5D20005}" dt="2026-02-06T21:57:15.840" v="1324" actId="26606"/>
          <ac:spMkLst>
            <pc:docMk/>
            <pc:sldMk cId="2430270196" sldId="264"/>
            <ac:spMk id="10" creationId="{8874A6A9-41FF-4E33-AFA8-F9F81436A59E}"/>
          </ac:spMkLst>
        </pc:spChg>
        <pc:grpChg chg="add">
          <ac:chgData name="Jeffrey Moe" userId="495852c6-9817-4bbb-9162-b2e8ad79383d" providerId="ADAL" clId="{45C24337-BC83-426E-8555-560DB5D20005}" dt="2026-02-06T21:57:15.840" v="1324" actId="26606"/>
          <ac:grpSpMkLst>
            <pc:docMk/>
            <pc:sldMk cId="2430270196" sldId="264"/>
            <ac:grpSpMk id="12" creationId="{721D730E-1F97-4071-B143-B05E6D2599BC}"/>
          </ac:grpSpMkLst>
        </pc:grpChg>
      </pc:sldChg>
      <pc:sldChg chg="new del">
        <pc:chgData name="Jeffrey Moe" userId="495852c6-9817-4bbb-9162-b2e8ad79383d" providerId="ADAL" clId="{45C24337-BC83-426E-8555-560DB5D20005}" dt="2026-02-06T21:56:47.644" v="1320" actId="47"/>
        <pc:sldMkLst>
          <pc:docMk/>
          <pc:sldMk cId="3744495241" sldId="264"/>
        </pc:sldMkLst>
      </pc:sldChg>
      <pc:sldChg chg="addSp modSp new mod setBg modNotesTx">
        <pc:chgData name="Jeffrey Moe" userId="495852c6-9817-4bbb-9162-b2e8ad79383d" providerId="ADAL" clId="{45C24337-BC83-426E-8555-560DB5D20005}" dt="2026-02-06T22:49:39.853" v="3199" actId="20577"/>
        <pc:sldMkLst>
          <pc:docMk/>
          <pc:sldMk cId="3303317185" sldId="265"/>
        </pc:sldMkLst>
        <pc:spChg chg="mod">
          <ac:chgData name="Jeffrey Moe" userId="495852c6-9817-4bbb-9162-b2e8ad79383d" providerId="ADAL" clId="{45C24337-BC83-426E-8555-560DB5D20005}" dt="2026-02-06T22:15:34.949" v="1718" actId="1076"/>
          <ac:spMkLst>
            <pc:docMk/>
            <pc:sldMk cId="3303317185" sldId="265"/>
            <ac:spMk id="2" creationId="{7097F8F4-8137-C11E-7DB1-4E3A0D8E7B22}"/>
          </ac:spMkLst>
        </pc:spChg>
        <pc:spChg chg="mod">
          <ac:chgData name="Jeffrey Moe" userId="495852c6-9817-4bbb-9162-b2e8ad79383d" providerId="ADAL" clId="{45C24337-BC83-426E-8555-560DB5D20005}" dt="2026-02-06T22:15:40.128" v="1719" actId="1076"/>
          <ac:spMkLst>
            <pc:docMk/>
            <pc:sldMk cId="3303317185" sldId="265"/>
            <ac:spMk id="3" creationId="{2A0A3C90-4784-7C17-CB60-B155FE6B928C}"/>
          </ac:spMkLst>
        </pc:spChg>
        <pc:spChg chg="add">
          <ac:chgData name="Jeffrey Moe" userId="495852c6-9817-4bbb-9162-b2e8ad79383d" providerId="ADAL" clId="{45C24337-BC83-426E-8555-560DB5D20005}" dt="2026-02-06T21:58:44.694" v="1332" actId="26606"/>
          <ac:spMkLst>
            <pc:docMk/>
            <pc:sldMk cId="3303317185" sldId="265"/>
            <ac:spMk id="8" creationId="{4BC99CB9-DDAD-44A2-8A1C-E3AF4E72DF5C}"/>
          </ac:spMkLst>
        </pc:spChg>
        <pc:spChg chg="add">
          <ac:chgData name="Jeffrey Moe" userId="495852c6-9817-4bbb-9162-b2e8ad79383d" providerId="ADAL" clId="{45C24337-BC83-426E-8555-560DB5D20005}" dt="2026-02-06T21:58:44.694" v="1332" actId="26606"/>
          <ac:spMkLst>
            <pc:docMk/>
            <pc:sldMk cId="3303317185" sldId="265"/>
            <ac:spMk id="10" creationId="{64053CBF-3932-45FF-8285-EE5146085F3A}"/>
          </ac:spMkLst>
        </pc:spChg>
        <pc:grpChg chg="add">
          <ac:chgData name="Jeffrey Moe" userId="495852c6-9817-4bbb-9162-b2e8ad79383d" providerId="ADAL" clId="{45C24337-BC83-426E-8555-560DB5D20005}" dt="2026-02-06T21:58:44.694" v="1332" actId="26606"/>
          <ac:grpSpMkLst>
            <pc:docMk/>
            <pc:sldMk cId="3303317185" sldId="265"/>
            <ac:grpSpMk id="12" creationId="{2E751C04-BEA6-446B-A678-9C74819EBD4C}"/>
          </ac:grpSpMkLst>
        </pc:grpChg>
        <pc:grpChg chg="add">
          <ac:chgData name="Jeffrey Moe" userId="495852c6-9817-4bbb-9162-b2e8ad79383d" providerId="ADAL" clId="{45C24337-BC83-426E-8555-560DB5D20005}" dt="2026-02-06T21:58:44.694" v="1332" actId="26606"/>
          <ac:grpSpMkLst>
            <pc:docMk/>
            <pc:sldMk cId="3303317185" sldId="265"/>
            <ac:grpSpMk id="18" creationId="{B63ACBA3-DEFD-4C6D-BBA0-64468FA99C2D}"/>
          </ac:grpSpMkLst>
        </pc:grpChg>
        <pc:picChg chg="add mod">
          <ac:chgData name="Jeffrey Moe" userId="495852c6-9817-4bbb-9162-b2e8ad79383d" providerId="ADAL" clId="{45C24337-BC83-426E-8555-560DB5D20005}" dt="2026-02-06T22:06:52.859" v="1640" actId="1076"/>
          <ac:picMkLst>
            <pc:docMk/>
            <pc:sldMk cId="3303317185" sldId="265"/>
            <ac:picMk id="5" creationId="{1062190F-0286-4D2F-1D09-A856D04F8DB2}"/>
          </ac:picMkLst>
        </pc:picChg>
        <pc:picChg chg="add mod">
          <ac:chgData name="Jeffrey Moe" userId="495852c6-9817-4bbb-9162-b2e8ad79383d" providerId="ADAL" clId="{45C24337-BC83-426E-8555-560DB5D20005}" dt="2026-02-06T22:07:28.154" v="1642" actId="1076"/>
          <ac:picMkLst>
            <pc:docMk/>
            <pc:sldMk cId="3303317185" sldId="265"/>
            <ac:picMk id="7" creationId="{92024FA8-3DC5-6432-2B7C-67FFDE14E4A2}"/>
          </ac:picMkLst>
        </pc:picChg>
      </pc:sldChg>
      <pc:sldChg chg="addSp delSp modSp new mod setBg modNotesTx">
        <pc:chgData name="Jeffrey Moe" userId="495852c6-9817-4bbb-9162-b2e8ad79383d" providerId="ADAL" clId="{45C24337-BC83-426E-8555-560DB5D20005}" dt="2026-02-06T22:50:36.013" v="3411" actId="20577"/>
        <pc:sldMkLst>
          <pc:docMk/>
          <pc:sldMk cId="3289462584" sldId="266"/>
        </pc:sldMkLst>
        <pc:spChg chg="mod">
          <ac:chgData name="Jeffrey Moe" userId="495852c6-9817-4bbb-9162-b2e8ad79383d" providerId="ADAL" clId="{45C24337-BC83-426E-8555-560DB5D20005}" dt="2026-02-06T22:13:54.008" v="1702" actId="1076"/>
          <ac:spMkLst>
            <pc:docMk/>
            <pc:sldMk cId="3289462584" sldId="266"/>
            <ac:spMk id="2" creationId="{8F6D2DEC-99D2-83BE-56B1-D8D3256CF179}"/>
          </ac:spMkLst>
        </pc:spChg>
        <pc:spChg chg="del mod">
          <ac:chgData name="Jeffrey Moe" userId="495852c6-9817-4bbb-9162-b2e8ad79383d" providerId="ADAL" clId="{45C24337-BC83-426E-8555-560DB5D20005}" dt="2026-02-06T22:08:10.485" v="1667" actId="478"/>
          <ac:spMkLst>
            <pc:docMk/>
            <pc:sldMk cId="3289462584" sldId="266"/>
            <ac:spMk id="3" creationId="{83ACF171-92B9-B1BC-7BC0-4402BBC11B43}"/>
          </ac:spMkLst>
        </pc:spChg>
        <pc:spChg chg="add">
          <ac:chgData name="Jeffrey Moe" userId="495852c6-9817-4bbb-9162-b2e8ad79383d" providerId="ADAL" clId="{45C24337-BC83-426E-8555-560DB5D20005}" dt="2026-02-06T22:08:02.776" v="1666" actId="26606"/>
          <ac:spMkLst>
            <pc:docMk/>
            <pc:sldMk cId="3289462584" sldId="266"/>
            <ac:spMk id="8" creationId="{4BC99CB9-DDAD-44A2-8A1C-E3AF4E72DF5C}"/>
          </ac:spMkLst>
        </pc:spChg>
        <pc:spChg chg="add">
          <ac:chgData name="Jeffrey Moe" userId="495852c6-9817-4bbb-9162-b2e8ad79383d" providerId="ADAL" clId="{45C24337-BC83-426E-8555-560DB5D20005}" dt="2026-02-06T22:08:02.776" v="1666" actId="26606"/>
          <ac:spMkLst>
            <pc:docMk/>
            <pc:sldMk cId="3289462584" sldId="266"/>
            <ac:spMk id="10" creationId="{64053CBF-3932-45FF-8285-EE5146085F3A}"/>
          </ac:spMkLst>
        </pc:spChg>
        <pc:spChg chg="add mod">
          <ac:chgData name="Jeffrey Moe" userId="495852c6-9817-4bbb-9162-b2e8ad79383d" providerId="ADAL" clId="{45C24337-BC83-426E-8555-560DB5D20005}" dt="2026-02-06T22:12:40.388" v="1691" actId="208"/>
          <ac:spMkLst>
            <pc:docMk/>
            <pc:sldMk cId="3289462584" sldId="266"/>
            <ac:spMk id="30" creationId="{F74A01EF-7832-2E37-F89E-62FF83A24010}"/>
          </ac:spMkLst>
        </pc:spChg>
        <pc:spChg chg="add mod">
          <ac:chgData name="Jeffrey Moe" userId="495852c6-9817-4bbb-9162-b2e8ad79383d" providerId="ADAL" clId="{45C24337-BC83-426E-8555-560DB5D20005}" dt="2026-02-06T22:13:01.286" v="1696" actId="14100"/>
          <ac:spMkLst>
            <pc:docMk/>
            <pc:sldMk cId="3289462584" sldId="266"/>
            <ac:spMk id="31" creationId="{2B224303-0264-BA79-2717-1E146E2E7013}"/>
          </ac:spMkLst>
        </pc:spChg>
        <pc:grpChg chg="add">
          <ac:chgData name="Jeffrey Moe" userId="495852c6-9817-4bbb-9162-b2e8ad79383d" providerId="ADAL" clId="{45C24337-BC83-426E-8555-560DB5D20005}" dt="2026-02-06T22:08:02.776" v="1666" actId="26606"/>
          <ac:grpSpMkLst>
            <pc:docMk/>
            <pc:sldMk cId="3289462584" sldId="266"/>
            <ac:grpSpMk id="12" creationId="{2E751C04-BEA6-446B-A678-9C74819EBD4C}"/>
          </ac:grpSpMkLst>
        </pc:grpChg>
        <pc:grpChg chg="add">
          <ac:chgData name="Jeffrey Moe" userId="495852c6-9817-4bbb-9162-b2e8ad79383d" providerId="ADAL" clId="{45C24337-BC83-426E-8555-560DB5D20005}" dt="2026-02-06T22:08:02.776" v="1666" actId="26606"/>
          <ac:grpSpMkLst>
            <pc:docMk/>
            <pc:sldMk cId="3289462584" sldId="266"/>
            <ac:grpSpMk id="18" creationId="{B63ACBA3-DEFD-4C6D-BBA0-64468FA99C2D}"/>
          </ac:grpSpMkLst>
        </pc:grpChg>
        <pc:picChg chg="add mod">
          <ac:chgData name="Jeffrey Moe" userId="495852c6-9817-4bbb-9162-b2e8ad79383d" providerId="ADAL" clId="{45C24337-BC83-426E-8555-560DB5D20005}" dt="2026-02-06T22:08:36.899" v="1669" actId="1076"/>
          <ac:picMkLst>
            <pc:docMk/>
            <pc:sldMk cId="3289462584" sldId="266"/>
            <ac:picMk id="5" creationId="{069A179E-5E78-C5DF-19F3-A60E90CB479E}"/>
          </ac:picMkLst>
        </pc:picChg>
        <pc:picChg chg="add mod">
          <ac:chgData name="Jeffrey Moe" userId="495852c6-9817-4bbb-9162-b2e8ad79383d" providerId="ADAL" clId="{45C24337-BC83-426E-8555-560DB5D20005}" dt="2026-02-06T22:09:37.239" v="1672" actId="1076"/>
          <ac:picMkLst>
            <pc:docMk/>
            <pc:sldMk cId="3289462584" sldId="266"/>
            <ac:picMk id="7" creationId="{6264EEB7-B8B8-122D-A9C4-5EC277789900}"/>
          </ac:picMkLst>
        </pc:picChg>
        <pc:picChg chg="add mod">
          <ac:chgData name="Jeffrey Moe" userId="495852c6-9817-4bbb-9162-b2e8ad79383d" providerId="ADAL" clId="{45C24337-BC83-426E-8555-560DB5D20005}" dt="2026-02-06T22:10:03.512" v="1675" actId="1076"/>
          <ac:picMkLst>
            <pc:docMk/>
            <pc:sldMk cId="3289462584" sldId="266"/>
            <ac:picMk id="11" creationId="{D5B33B0B-C97E-E4D4-C38E-8713F495CED6}"/>
          </ac:picMkLst>
        </pc:picChg>
        <pc:picChg chg="add mod">
          <ac:chgData name="Jeffrey Moe" userId="495852c6-9817-4bbb-9162-b2e8ad79383d" providerId="ADAL" clId="{45C24337-BC83-426E-8555-560DB5D20005}" dt="2026-02-06T22:14:04.759" v="1707" actId="1076"/>
          <ac:picMkLst>
            <pc:docMk/>
            <pc:sldMk cId="3289462584" sldId="266"/>
            <ac:picMk id="26" creationId="{3ED77CDC-782B-7BA2-2066-DAB56153626A}"/>
          </ac:picMkLst>
        </pc:picChg>
        <pc:picChg chg="add mod">
          <ac:chgData name="Jeffrey Moe" userId="495852c6-9817-4bbb-9162-b2e8ad79383d" providerId="ADAL" clId="{45C24337-BC83-426E-8555-560DB5D20005}" dt="2026-02-06T22:14:13.603" v="1709" actId="1076"/>
          <ac:picMkLst>
            <pc:docMk/>
            <pc:sldMk cId="3289462584" sldId="266"/>
            <ac:picMk id="33" creationId="{3D6984CB-16E7-9378-4A38-32E9A49CD946}"/>
          </ac:picMkLst>
        </pc:picChg>
        <pc:cxnChg chg="add mod">
          <ac:chgData name="Jeffrey Moe" userId="495852c6-9817-4bbb-9162-b2e8ad79383d" providerId="ADAL" clId="{45C24337-BC83-426E-8555-560DB5D20005}" dt="2026-02-06T22:10:28.573" v="1679" actId="1033"/>
          <ac:cxnSpMkLst>
            <pc:docMk/>
            <pc:sldMk cId="3289462584" sldId="266"/>
            <ac:cxnSpMk id="23" creationId="{3E721066-D85C-7BCF-E087-284FCDE9D2DA}"/>
          </ac:cxnSpMkLst>
        </pc:cxnChg>
        <pc:cxnChg chg="add mod">
          <ac:chgData name="Jeffrey Moe" userId="495852c6-9817-4bbb-9162-b2e8ad79383d" providerId="ADAL" clId="{45C24337-BC83-426E-8555-560DB5D20005}" dt="2026-02-06T22:14:10.458" v="1708" actId="14100"/>
          <ac:cxnSpMkLst>
            <pc:docMk/>
            <pc:sldMk cId="3289462584" sldId="266"/>
            <ac:cxnSpMk id="28" creationId="{71C7C83F-78B5-2BD6-EF30-036B3DE87E42}"/>
          </ac:cxnSpMkLst>
        </pc:cxnChg>
        <pc:cxnChg chg="add mod">
          <ac:chgData name="Jeffrey Moe" userId="495852c6-9817-4bbb-9162-b2e8ad79383d" providerId="ADAL" clId="{45C24337-BC83-426E-8555-560DB5D20005}" dt="2026-02-06T22:14:29.248" v="1712" actId="1582"/>
          <ac:cxnSpMkLst>
            <pc:docMk/>
            <pc:sldMk cId="3289462584" sldId="266"/>
            <ac:cxnSpMk id="37" creationId="{FC1571AE-F8E1-A96F-4E68-2A23A81E8C6B}"/>
          </ac:cxnSpMkLst>
        </pc:cxnChg>
      </pc:sldChg>
      <pc:sldChg chg="addSp modSp new mod setBg">
        <pc:chgData name="Jeffrey Moe" userId="495852c6-9817-4bbb-9162-b2e8ad79383d" providerId="ADAL" clId="{45C24337-BC83-426E-8555-560DB5D20005}" dt="2026-02-06T22:16:20.805" v="1723" actId="26606"/>
        <pc:sldMkLst>
          <pc:docMk/>
          <pc:sldMk cId="3211189637" sldId="267"/>
        </pc:sldMkLst>
        <pc:spChg chg="mod">
          <ac:chgData name="Jeffrey Moe" userId="495852c6-9817-4bbb-9162-b2e8ad79383d" providerId="ADAL" clId="{45C24337-BC83-426E-8555-560DB5D20005}" dt="2026-02-06T22:16:20.805" v="1723" actId="26606"/>
          <ac:spMkLst>
            <pc:docMk/>
            <pc:sldMk cId="3211189637" sldId="267"/>
            <ac:spMk id="2" creationId="{0CAD5AC6-3415-C78E-EC09-0A03FA2F39F7}"/>
          </ac:spMkLst>
        </pc:spChg>
        <pc:spChg chg="mod">
          <ac:chgData name="Jeffrey Moe" userId="495852c6-9817-4bbb-9162-b2e8ad79383d" providerId="ADAL" clId="{45C24337-BC83-426E-8555-560DB5D20005}" dt="2026-02-06T22:16:20.805" v="1723" actId="26606"/>
          <ac:spMkLst>
            <pc:docMk/>
            <pc:sldMk cId="3211189637" sldId="267"/>
            <ac:spMk id="3" creationId="{0BC0C710-4BCE-25BC-53DC-6C8993219A9E}"/>
          </ac:spMkLst>
        </pc:spChg>
        <pc:spChg chg="add">
          <ac:chgData name="Jeffrey Moe" userId="495852c6-9817-4bbb-9162-b2e8ad79383d" providerId="ADAL" clId="{45C24337-BC83-426E-8555-560DB5D20005}" dt="2026-02-06T22:16:20.805" v="1723" actId="26606"/>
          <ac:spMkLst>
            <pc:docMk/>
            <pc:sldMk cId="3211189637" sldId="267"/>
            <ac:spMk id="8" creationId="{A8DB9CD9-59B1-4D73-BC4C-98796A48EF9B}"/>
          </ac:spMkLst>
        </pc:spChg>
        <pc:spChg chg="add">
          <ac:chgData name="Jeffrey Moe" userId="495852c6-9817-4bbb-9162-b2e8ad79383d" providerId="ADAL" clId="{45C24337-BC83-426E-8555-560DB5D20005}" dt="2026-02-06T22:16:20.805" v="1723" actId="26606"/>
          <ac:spMkLst>
            <pc:docMk/>
            <pc:sldMk cId="3211189637" sldId="267"/>
            <ac:spMk id="10" creationId="{8874A6A9-41FF-4E33-AFA8-F9F81436A59E}"/>
          </ac:spMkLst>
        </pc:spChg>
        <pc:grpChg chg="add">
          <ac:chgData name="Jeffrey Moe" userId="495852c6-9817-4bbb-9162-b2e8ad79383d" providerId="ADAL" clId="{45C24337-BC83-426E-8555-560DB5D20005}" dt="2026-02-06T22:16:20.805" v="1723" actId="26606"/>
          <ac:grpSpMkLst>
            <pc:docMk/>
            <pc:sldMk cId="3211189637" sldId="267"/>
            <ac:grpSpMk id="12" creationId="{721D730E-1F97-4071-B143-B05E6D2599BC}"/>
          </ac:grpSpMkLst>
        </pc:grpChg>
      </pc:sldChg>
      <pc:sldChg chg="addSp delSp modSp new mod setBg modNotesTx">
        <pc:chgData name="Jeffrey Moe" userId="495852c6-9817-4bbb-9162-b2e8ad79383d" providerId="ADAL" clId="{45C24337-BC83-426E-8555-560DB5D20005}" dt="2026-02-06T22:55:31.354" v="3849" actId="20577"/>
        <pc:sldMkLst>
          <pc:docMk/>
          <pc:sldMk cId="2958759152" sldId="268"/>
        </pc:sldMkLst>
        <pc:spChg chg="mod">
          <ac:chgData name="Jeffrey Moe" userId="495852c6-9817-4bbb-9162-b2e8ad79383d" providerId="ADAL" clId="{45C24337-BC83-426E-8555-560DB5D20005}" dt="2026-02-06T22:20:45.382" v="1727" actId="26606"/>
          <ac:spMkLst>
            <pc:docMk/>
            <pc:sldMk cId="2958759152" sldId="268"/>
            <ac:spMk id="2" creationId="{B504AE31-5D3D-D49F-E84F-42E1527FD0CB}"/>
          </ac:spMkLst>
        </pc:spChg>
        <pc:spChg chg="mod">
          <ac:chgData name="Jeffrey Moe" userId="495852c6-9817-4bbb-9162-b2e8ad79383d" providerId="ADAL" clId="{45C24337-BC83-426E-8555-560DB5D20005}" dt="2026-02-06T22:55:31.354" v="3849" actId="20577"/>
          <ac:spMkLst>
            <pc:docMk/>
            <pc:sldMk cId="2958759152" sldId="268"/>
            <ac:spMk id="3" creationId="{23AE1B2D-8917-C088-90F6-C7A76C29FAB7}"/>
          </ac:spMkLst>
        </pc:spChg>
        <pc:spChg chg="add del mod">
          <ac:chgData name="Jeffrey Moe" userId="495852c6-9817-4bbb-9162-b2e8ad79383d" providerId="ADAL" clId="{45C24337-BC83-426E-8555-560DB5D20005}" dt="2026-02-06T22:21:19.226" v="1731" actId="478"/>
          <ac:spMkLst>
            <pc:docMk/>
            <pc:sldMk cId="2958759152" sldId="268"/>
            <ac:spMk id="5" creationId="{16B7E7EA-D2B8-576E-4C8B-3D9BF9300D90}"/>
          </ac:spMkLst>
        </pc:spChg>
        <pc:spChg chg="add">
          <ac:chgData name="Jeffrey Moe" userId="495852c6-9817-4bbb-9162-b2e8ad79383d" providerId="ADAL" clId="{45C24337-BC83-426E-8555-560DB5D20005}" dt="2026-02-06T22:20:45.382" v="1727" actId="26606"/>
          <ac:spMkLst>
            <pc:docMk/>
            <pc:sldMk cId="2958759152" sldId="268"/>
            <ac:spMk id="8" creationId="{4BC99CB9-DDAD-44A2-8A1C-E3AF4E72DF5C}"/>
          </ac:spMkLst>
        </pc:spChg>
        <pc:spChg chg="add">
          <ac:chgData name="Jeffrey Moe" userId="495852c6-9817-4bbb-9162-b2e8ad79383d" providerId="ADAL" clId="{45C24337-BC83-426E-8555-560DB5D20005}" dt="2026-02-06T22:20:45.382" v="1727" actId="26606"/>
          <ac:spMkLst>
            <pc:docMk/>
            <pc:sldMk cId="2958759152" sldId="268"/>
            <ac:spMk id="10" creationId="{64053CBF-3932-45FF-8285-EE5146085F3A}"/>
          </ac:spMkLst>
        </pc:spChg>
        <pc:grpChg chg="add">
          <ac:chgData name="Jeffrey Moe" userId="495852c6-9817-4bbb-9162-b2e8ad79383d" providerId="ADAL" clId="{45C24337-BC83-426E-8555-560DB5D20005}" dt="2026-02-06T22:20:45.382" v="1727" actId="26606"/>
          <ac:grpSpMkLst>
            <pc:docMk/>
            <pc:sldMk cId="2958759152" sldId="268"/>
            <ac:grpSpMk id="12" creationId="{2E751C04-BEA6-446B-A678-9C74819EBD4C}"/>
          </ac:grpSpMkLst>
        </pc:grpChg>
        <pc:grpChg chg="add">
          <ac:chgData name="Jeffrey Moe" userId="495852c6-9817-4bbb-9162-b2e8ad79383d" providerId="ADAL" clId="{45C24337-BC83-426E-8555-560DB5D20005}" dt="2026-02-06T22:20:45.382" v="1727" actId="26606"/>
          <ac:grpSpMkLst>
            <pc:docMk/>
            <pc:sldMk cId="2958759152" sldId="268"/>
            <ac:grpSpMk id="18" creationId="{B63ACBA3-DEFD-4C6D-BBA0-64468FA99C2D}"/>
          </ac:grpSpMkLst>
        </pc:grpChg>
        <pc:picChg chg="add mod">
          <ac:chgData name="Jeffrey Moe" userId="495852c6-9817-4bbb-9162-b2e8ad79383d" providerId="ADAL" clId="{45C24337-BC83-426E-8555-560DB5D20005}" dt="2026-02-06T22:23:57.086" v="1744" actId="1076"/>
          <ac:picMkLst>
            <pc:docMk/>
            <pc:sldMk cId="2958759152" sldId="268"/>
            <ac:picMk id="7" creationId="{E980DDB9-5B0B-6401-BD76-0B5ED510218A}"/>
          </ac:picMkLst>
        </pc:picChg>
        <pc:picChg chg="add mod">
          <ac:chgData name="Jeffrey Moe" userId="495852c6-9817-4bbb-9162-b2e8ad79383d" providerId="ADAL" clId="{45C24337-BC83-426E-8555-560DB5D20005}" dt="2026-02-06T22:24:00.053" v="1745" actId="1076"/>
          <ac:picMkLst>
            <pc:docMk/>
            <pc:sldMk cId="2958759152" sldId="268"/>
            <ac:picMk id="11" creationId="{BEBC26D8-00CE-E9A3-9344-9435C67494BE}"/>
          </ac:picMkLst>
        </pc:picChg>
        <pc:picChg chg="add mod">
          <ac:chgData name="Jeffrey Moe" userId="495852c6-9817-4bbb-9162-b2e8ad79383d" providerId="ADAL" clId="{45C24337-BC83-426E-8555-560DB5D20005}" dt="2026-02-06T22:23:55.405" v="1743" actId="1076"/>
          <ac:picMkLst>
            <pc:docMk/>
            <pc:sldMk cId="2958759152" sldId="268"/>
            <ac:picMk id="23" creationId="{3C1B8311-B46C-D68A-B239-E5DA643B9346}"/>
          </ac:picMkLst>
        </pc:picChg>
        <pc:picChg chg="add mod">
          <ac:chgData name="Jeffrey Moe" userId="495852c6-9817-4bbb-9162-b2e8ad79383d" providerId="ADAL" clId="{45C24337-BC83-426E-8555-560DB5D20005}" dt="2026-02-06T22:24:09.593" v="1748" actId="14100"/>
          <ac:picMkLst>
            <pc:docMk/>
            <pc:sldMk cId="2958759152" sldId="268"/>
            <ac:picMk id="25" creationId="{7BD23636-19AF-F1CC-61AD-EC2F14D25E0F}"/>
          </ac:picMkLst>
        </pc:picChg>
        <pc:picChg chg="add mod">
          <ac:chgData name="Jeffrey Moe" userId="495852c6-9817-4bbb-9162-b2e8ad79383d" providerId="ADAL" clId="{45C24337-BC83-426E-8555-560DB5D20005}" dt="2026-02-06T22:24:13.583" v="1750" actId="1076"/>
          <ac:picMkLst>
            <pc:docMk/>
            <pc:sldMk cId="2958759152" sldId="268"/>
            <ac:picMk id="27" creationId="{A964C48F-CFAF-5607-CDBA-80CA33CF2DAD}"/>
          </ac:picMkLst>
        </pc:picChg>
        <pc:picChg chg="add mod">
          <ac:chgData name="Jeffrey Moe" userId="495852c6-9817-4bbb-9162-b2e8ad79383d" providerId="ADAL" clId="{45C24337-BC83-426E-8555-560DB5D20005}" dt="2026-02-06T22:25:01.444" v="1757" actId="1076"/>
          <ac:picMkLst>
            <pc:docMk/>
            <pc:sldMk cId="2958759152" sldId="268"/>
            <ac:picMk id="29" creationId="{907C8780-411A-1115-3A85-2FC7FAEC8332}"/>
          </ac:picMkLst>
        </pc:picChg>
      </pc:sldChg>
      <pc:sldChg chg="addSp modSp new mod setBg modNotesTx">
        <pc:chgData name="Jeffrey Moe" userId="495852c6-9817-4bbb-9162-b2e8ad79383d" providerId="ADAL" clId="{45C24337-BC83-426E-8555-560DB5D20005}" dt="2026-02-06T22:56:23.924" v="3927" actId="20577"/>
        <pc:sldMkLst>
          <pc:docMk/>
          <pc:sldMk cId="1529401326" sldId="269"/>
        </pc:sldMkLst>
        <pc:spChg chg="mod">
          <ac:chgData name="Jeffrey Moe" userId="495852c6-9817-4bbb-9162-b2e8ad79383d" providerId="ADAL" clId="{45C24337-BC83-426E-8555-560DB5D20005}" dt="2026-02-06T22:32:35.885" v="1933" actId="27636"/>
          <ac:spMkLst>
            <pc:docMk/>
            <pc:sldMk cId="1529401326" sldId="269"/>
            <ac:spMk id="2" creationId="{0BE0DCD3-359F-A23A-8C09-DD58643CAA85}"/>
          </ac:spMkLst>
        </pc:spChg>
        <pc:spChg chg="mod">
          <ac:chgData name="Jeffrey Moe" userId="495852c6-9817-4bbb-9162-b2e8ad79383d" providerId="ADAL" clId="{45C24337-BC83-426E-8555-560DB5D20005}" dt="2026-02-06T22:56:23.924" v="3927" actId="20577"/>
          <ac:spMkLst>
            <pc:docMk/>
            <pc:sldMk cId="1529401326" sldId="269"/>
            <ac:spMk id="3" creationId="{4358E16B-F62B-07CE-4895-BFD12258FF99}"/>
          </ac:spMkLst>
        </pc:spChg>
        <pc:spChg chg="add">
          <ac:chgData name="Jeffrey Moe" userId="495852c6-9817-4bbb-9162-b2e8ad79383d" providerId="ADAL" clId="{45C24337-BC83-426E-8555-560DB5D20005}" dt="2026-02-06T22:27:13.158" v="1910" actId="26606"/>
          <ac:spMkLst>
            <pc:docMk/>
            <pc:sldMk cId="1529401326" sldId="269"/>
            <ac:spMk id="8" creationId="{4BC99CB9-DDAD-44A2-8A1C-E3AF4E72DF5C}"/>
          </ac:spMkLst>
        </pc:spChg>
        <pc:spChg chg="add">
          <ac:chgData name="Jeffrey Moe" userId="495852c6-9817-4bbb-9162-b2e8ad79383d" providerId="ADAL" clId="{45C24337-BC83-426E-8555-560DB5D20005}" dt="2026-02-06T22:27:13.158" v="1910" actId="26606"/>
          <ac:spMkLst>
            <pc:docMk/>
            <pc:sldMk cId="1529401326" sldId="269"/>
            <ac:spMk id="10" creationId="{64053CBF-3932-45FF-8285-EE5146085F3A}"/>
          </ac:spMkLst>
        </pc:spChg>
        <pc:grpChg chg="add">
          <ac:chgData name="Jeffrey Moe" userId="495852c6-9817-4bbb-9162-b2e8ad79383d" providerId="ADAL" clId="{45C24337-BC83-426E-8555-560DB5D20005}" dt="2026-02-06T22:27:13.158" v="1910" actId="26606"/>
          <ac:grpSpMkLst>
            <pc:docMk/>
            <pc:sldMk cId="1529401326" sldId="269"/>
            <ac:grpSpMk id="12" creationId="{2E751C04-BEA6-446B-A678-9C74819EBD4C}"/>
          </ac:grpSpMkLst>
        </pc:grpChg>
        <pc:grpChg chg="add">
          <ac:chgData name="Jeffrey Moe" userId="495852c6-9817-4bbb-9162-b2e8ad79383d" providerId="ADAL" clId="{45C24337-BC83-426E-8555-560DB5D20005}" dt="2026-02-06T22:27:13.158" v="1910" actId="26606"/>
          <ac:grpSpMkLst>
            <pc:docMk/>
            <pc:sldMk cId="1529401326" sldId="269"/>
            <ac:grpSpMk id="18" creationId="{B63ACBA3-DEFD-4C6D-BBA0-64468FA99C2D}"/>
          </ac:grpSpMkLst>
        </pc:grpChg>
        <pc:picChg chg="add mod">
          <ac:chgData name="Jeffrey Moe" userId="495852c6-9817-4bbb-9162-b2e8ad79383d" providerId="ADAL" clId="{45C24337-BC83-426E-8555-560DB5D20005}" dt="2026-02-06T22:33:20.097" v="1954" actId="14100"/>
          <ac:picMkLst>
            <pc:docMk/>
            <pc:sldMk cId="1529401326" sldId="269"/>
            <ac:picMk id="5" creationId="{6CFA0F7D-DB2B-D39E-82D1-EF87EC130848}"/>
          </ac:picMkLst>
        </pc:picChg>
        <pc:picChg chg="add mod">
          <ac:chgData name="Jeffrey Moe" userId="495852c6-9817-4bbb-9162-b2e8ad79383d" providerId="ADAL" clId="{45C24337-BC83-426E-8555-560DB5D20005}" dt="2026-02-06T22:33:25.690" v="1956" actId="14100"/>
          <ac:picMkLst>
            <pc:docMk/>
            <pc:sldMk cId="1529401326" sldId="269"/>
            <ac:picMk id="7" creationId="{98516F67-616B-D098-949E-AAF20E4D94F5}"/>
          </ac:picMkLst>
        </pc:picChg>
        <pc:picChg chg="add mod">
          <ac:chgData name="Jeffrey Moe" userId="495852c6-9817-4bbb-9162-b2e8ad79383d" providerId="ADAL" clId="{45C24337-BC83-426E-8555-560DB5D20005}" dt="2026-02-06T22:34:07.503" v="1969" actId="1076"/>
          <ac:picMkLst>
            <pc:docMk/>
            <pc:sldMk cId="1529401326" sldId="269"/>
            <ac:picMk id="11" creationId="{0A52F227-8A8C-6759-47FC-8A23EFB2FFD2}"/>
          </ac:picMkLst>
        </pc:picChg>
        <pc:picChg chg="add mod">
          <ac:chgData name="Jeffrey Moe" userId="495852c6-9817-4bbb-9162-b2e8ad79383d" providerId="ADAL" clId="{45C24337-BC83-426E-8555-560DB5D20005}" dt="2026-02-06T22:33:46.115" v="1961" actId="14100"/>
          <ac:picMkLst>
            <pc:docMk/>
            <pc:sldMk cId="1529401326" sldId="269"/>
            <ac:picMk id="23" creationId="{DB526961-F076-B4E4-E2B2-7E07DCCBDA9D}"/>
          </ac:picMkLst>
        </pc:picChg>
        <pc:picChg chg="add mod">
          <ac:chgData name="Jeffrey Moe" userId="495852c6-9817-4bbb-9162-b2e8ad79383d" providerId="ADAL" clId="{45C24337-BC83-426E-8555-560DB5D20005}" dt="2026-02-06T22:33:28.915" v="1957" actId="1076"/>
          <ac:picMkLst>
            <pc:docMk/>
            <pc:sldMk cId="1529401326" sldId="269"/>
            <ac:picMk id="25" creationId="{ACB291FD-5450-9FA0-3035-84824AF59872}"/>
          </ac:picMkLst>
        </pc:picChg>
        <pc:picChg chg="add mod">
          <ac:chgData name="Jeffrey Moe" userId="495852c6-9817-4bbb-9162-b2e8ad79383d" providerId="ADAL" clId="{45C24337-BC83-426E-8555-560DB5D20005}" dt="2026-02-06T22:33:58.892" v="1966" actId="1076"/>
          <ac:picMkLst>
            <pc:docMk/>
            <pc:sldMk cId="1529401326" sldId="269"/>
            <ac:picMk id="27" creationId="{E4833C76-C21E-5595-61D8-7A3F02D5F0F4}"/>
          </ac:picMkLst>
        </pc:picChg>
        <pc:picChg chg="add mod">
          <ac:chgData name="Jeffrey Moe" userId="495852c6-9817-4bbb-9162-b2e8ad79383d" providerId="ADAL" clId="{45C24337-BC83-426E-8555-560DB5D20005}" dt="2026-02-06T22:56:14.268" v="3926" actId="1076"/>
          <ac:picMkLst>
            <pc:docMk/>
            <pc:sldMk cId="1529401326" sldId="269"/>
            <ac:picMk id="29" creationId="{EF9B79BE-BDAD-73D3-5655-FCDE6DFC40B3}"/>
          </ac:picMkLst>
        </pc:picChg>
      </pc:sldChg>
      <pc:sldChg chg="delSp add del setBg delDesignElem">
        <pc:chgData name="Jeffrey Moe" userId="495852c6-9817-4bbb-9162-b2e8ad79383d" providerId="ADAL" clId="{45C24337-BC83-426E-8555-560DB5D20005}" dt="2026-02-06T22:27:01.195" v="1900" actId="47"/>
        <pc:sldMkLst>
          <pc:docMk/>
          <pc:sldMk cId="2545172140" sldId="269"/>
        </pc:sldMkLst>
        <pc:spChg chg="del">
          <ac:chgData name="Jeffrey Moe" userId="495852c6-9817-4bbb-9162-b2e8ad79383d" providerId="ADAL" clId="{45C24337-BC83-426E-8555-560DB5D20005}" dt="2026-02-06T22:26:48.955" v="1899"/>
          <ac:spMkLst>
            <pc:docMk/>
            <pc:sldMk cId="2545172140" sldId="269"/>
            <ac:spMk id="8" creationId="{A434E0CC-3FA1-BA99-B6A2-88D28124E965}"/>
          </ac:spMkLst>
        </pc:spChg>
        <pc:spChg chg="del">
          <ac:chgData name="Jeffrey Moe" userId="495852c6-9817-4bbb-9162-b2e8ad79383d" providerId="ADAL" clId="{45C24337-BC83-426E-8555-560DB5D20005}" dt="2026-02-06T22:26:48.955" v="1899"/>
          <ac:spMkLst>
            <pc:docMk/>
            <pc:sldMk cId="2545172140" sldId="269"/>
            <ac:spMk id="10" creationId="{4BCC3908-FC98-CBA7-B281-E55626CD9CD5}"/>
          </ac:spMkLst>
        </pc:spChg>
        <pc:grpChg chg="del">
          <ac:chgData name="Jeffrey Moe" userId="495852c6-9817-4bbb-9162-b2e8ad79383d" providerId="ADAL" clId="{45C24337-BC83-426E-8555-560DB5D20005}" dt="2026-02-06T22:26:48.955" v="1899"/>
          <ac:grpSpMkLst>
            <pc:docMk/>
            <pc:sldMk cId="2545172140" sldId="269"/>
            <ac:grpSpMk id="12" creationId="{91DE8642-EA4D-DABC-7B43-8C8199012042}"/>
          </ac:grpSpMkLst>
        </pc:grpChg>
        <pc:grpChg chg="del">
          <ac:chgData name="Jeffrey Moe" userId="495852c6-9817-4bbb-9162-b2e8ad79383d" providerId="ADAL" clId="{45C24337-BC83-426E-8555-560DB5D20005}" dt="2026-02-06T22:26:48.955" v="1899"/>
          <ac:grpSpMkLst>
            <pc:docMk/>
            <pc:sldMk cId="2545172140" sldId="269"/>
            <ac:grpSpMk id="18" creationId="{E4FAD3E6-C7E6-EB79-073E-F12F7F978D69}"/>
          </ac:grpSpMkLst>
        </pc:grpChg>
      </pc:sldChg>
      <pc:sldChg chg="modSp new del mod">
        <pc:chgData name="Jeffrey Moe" userId="495852c6-9817-4bbb-9162-b2e8ad79383d" providerId="ADAL" clId="{45C24337-BC83-426E-8555-560DB5D20005}" dt="2026-02-06T22:36:39.571" v="2084" actId="47"/>
        <pc:sldMkLst>
          <pc:docMk/>
          <pc:sldMk cId="3078097768" sldId="270"/>
        </pc:sldMkLst>
        <pc:spChg chg="mod">
          <ac:chgData name="Jeffrey Moe" userId="495852c6-9817-4bbb-9162-b2e8ad79383d" providerId="ADAL" clId="{45C24337-BC83-426E-8555-560DB5D20005}" dt="2026-02-06T22:35:48.714" v="2080" actId="20577"/>
          <ac:spMkLst>
            <pc:docMk/>
            <pc:sldMk cId="3078097768" sldId="270"/>
            <ac:spMk id="2" creationId="{FD3C0B47-7706-36E4-F68B-1BB9625579B2}"/>
          </ac:spMkLst>
        </pc:spChg>
      </pc:sldChg>
      <pc:sldChg chg="addSp delSp modSp add mod setBg delDesignElem">
        <pc:chgData name="Jeffrey Moe" userId="495852c6-9817-4bbb-9162-b2e8ad79383d" providerId="ADAL" clId="{45C24337-BC83-426E-8555-560DB5D20005}" dt="2026-02-06T22:44:27.232" v="2196" actId="403"/>
        <pc:sldMkLst>
          <pc:docMk/>
          <pc:sldMk cId="130564329" sldId="271"/>
        </pc:sldMkLst>
        <pc:spChg chg="mod">
          <ac:chgData name="Jeffrey Moe" userId="495852c6-9817-4bbb-9162-b2e8ad79383d" providerId="ADAL" clId="{45C24337-BC83-426E-8555-560DB5D20005}" dt="2026-02-06T22:43:26.318" v="2152" actId="26606"/>
          <ac:spMkLst>
            <pc:docMk/>
            <pc:sldMk cId="130564329" sldId="271"/>
            <ac:spMk id="2" creationId="{FCB2E590-0C9D-3247-0716-3EEC7F7136F8}"/>
          </ac:spMkLst>
        </pc:spChg>
        <pc:spChg chg="mod">
          <ac:chgData name="Jeffrey Moe" userId="495852c6-9817-4bbb-9162-b2e8ad79383d" providerId="ADAL" clId="{45C24337-BC83-426E-8555-560DB5D20005}" dt="2026-02-06T22:44:27.232" v="2196" actId="403"/>
          <ac:spMkLst>
            <pc:docMk/>
            <pc:sldMk cId="130564329" sldId="271"/>
            <ac:spMk id="3" creationId="{82BB83D4-28E5-5CA4-925B-33469FCC9B29}"/>
          </ac:spMkLst>
        </pc:spChg>
        <pc:spChg chg="add">
          <ac:chgData name="Jeffrey Moe" userId="495852c6-9817-4bbb-9162-b2e8ad79383d" providerId="ADAL" clId="{45C24337-BC83-426E-8555-560DB5D20005}" dt="2026-02-06T22:43:26.318" v="2152" actId="26606"/>
          <ac:spMkLst>
            <pc:docMk/>
            <pc:sldMk cId="130564329" sldId="271"/>
            <ac:spMk id="5" creationId="{4BC99CB9-DDAD-44A2-8A1C-E3AF4E72DF5C}"/>
          </ac:spMkLst>
        </pc:spChg>
        <pc:spChg chg="add">
          <ac:chgData name="Jeffrey Moe" userId="495852c6-9817-4bbb-9162-b2e8ad79383d" providerId="ADAL" clId="{45C24337-BC83-426E-8555-560DB5D20005}" dt="2026-02-06T22:43:26.318" v="2152" actId="26606"/>
          <ac:spMkLst>
            <pc:docMk/>
            <pc:sldMk cId="130564329" sldId="271"/>
            <ac:spMk id="6" creationId="{64053CBF-3932-45FF-8285-EE5146085F3A}"/>
          </ac:spMkLst>
        </pc:spChg>
        <pc:spChg chg="del">
          <ac:chgData name="Jeffrey Moe" userId="495852c6-9817-4bbb-9162-b2e8ad79383d" providerId="ADAL" clId="{45C24337-BC83-426E-8555-560DB5D20005}" dt="2026-02-06T22:36:36.309" v="2083"/>
          <ac:spMkLst>
            <pc:docMk/>
            <pc:sldMk cId="130564329" sldId="271"/>
            <ac:spMk id="8" creationId="{1B15ED52-F352-441B-82BF-E0EA34836D08}"/>
          </ac:spMkLst>
        </pc:spChg>
        <pc:spChg chg="del">
          <ac:chgData name="Jeffrey Moe" userId="495852c6-9817-4bbb-9162-b2e8ad79383d" providerId="ADAL" clId="{45C24337-BC83-426E-8555-560DB5D20005}" dt="2026-02-06T22:36:36.309" v="2083"/>
          <ac:spMkLst>
            <pc:docMk/>
            <pc:sldMk cId="130564329" sldId="271"/>
            <ac:spMk id="10" creationId="{3B2E3793-BFE6-45A2-9B7B-E18844431C99}"/>
          </ac:spMkLst>
        </pc:spChg>
        <pc:spChg chg="del">
          <ac:chgData name="Jeffrey Moe" userId="495852c6-9817-4bbb-9162-b2e8ad79383d" providerId="ADAL" clId="{45C24337-BC83-426E-8555-560DB5D20005}" dt="2026-02-06T22:36:36.309" v="2083"/>
          <ac:spMkLst>
            <pc:docMk/>
            <pc:sldMk cId="130564329" sldId="271"/>
            <ac:spMk id="12" creationId="{BC4C4868-CB8F-4AF9-9CDB-8108F2C19B67}"/>
          </ac:spMkLst>
        </pc:spChg>
        <pc:spChg chg="del">
          <ac:chgData name="Jeffrey Moe" userId="495852c6-9817-4bbb-9162-b2e8ad79383d" providerId="ADAL" clId="{45C24337-BC83-426E-8555-560DB5D20005}" dt="2026-02-06T22:36:36.309" v="2083"/>
          <ac:spMkLst>
            <pc:docMk/>
            <pc:sldMk cId="130564329" sldId="271"/>
            <ac:spMk id="14" creationId="{375E0459-6403-40CD-989D-56A4407CA12E}"/>
          </ac:spMkLst>
        </pc:spChg>
        <pc:spChg chg="del">
          <ac:chgData name="Jeffrey Moe" userId="495852c6-9817-4bbb-9162-b2e8ad79383d" providerId="ADAL" clId="{45C24337-BC83-426E-8555-560DB5D20005}" dt="2026-02-06T22:36:36.309" v="2083"/>
          <ac:spMkLst>
            <pc:docMk/>
            <pc:sldMk cId="130564329" sldId="271"/>
            <ac:spMk id="16" creationId="{53E5B1A8-3AC9-4BD1-9BBC-78CA94F2D1BA}"/>
          </ac:spMkLst>
        </pc:spChg>
        <pc:grpChg chg="add">
          <ac:chgData name="Jeffrey Moe" userId="495852c6-9817-4bbb-9162-b2e8ad79383d" providerId="ADAL" clId="{45C24337-BC83-426E-8555-560DB5D20005}" dt="2026-02-06T22:43:26.318" v="2152" actId="26606"/>
          <ac:grpSpMkLst>
            <pc:docMk/>
            <pc:sldMk cId="130564329" sldId="271"/>
            <ac:grpSpMk id="7" creationId="{2E751C04-BEA6-446B-A678-9C74819EBD4C}"/>
          </ac:grpSpMkLst>
        </pc:grpChg>
        <pc:grpChg chg="add">
          <ac:chgData name="Jeffrey Moe" userId="495852c6-9817-4bbb-9162-b2e8ad79383d" providerId="ADAL" clId="{45C24337-BC83-426E-8555-560DB5D20005}" dt="2026-02-06T22:43:26.318" v="2152" actId="26606"/>
          <ac:grpSpMkLst>
            <pc:docMk/>
            <pc:sldMk cId="130564329" sldId="271"/>
            <ac:grpSpMk id="18" creationId="{B63ACBA3-DEFD-4C6D-BBA0-64468FA99C2D}"/>
          </ac:grpSpMkLst>
        </pc:grpChg>
      </pc:sldChg>
      <pc:sldChg chg="addSp delSp modSp add mod setBg delDesignElem">
        <pc:chgData name="Jeffrey Moe" userId="495852c6-9817-4bbb-9162-b2e8ad79383d" providerId="ADAL" clId="{45C24337-BC83-426E-8555-560DB5D20005}" dt="2026-02-06T22:44:42.469" v="2210" actId="255"/>
        <pc:sldMkLst>
          <pc:docMk/>
          <pc:sldMk cId="771457109" sldId="272"/>
        </pc:sldMkLst>
        <pc:spChg chg="mod">
          <ac:chgData name="Jeffrey Moe" userId="495852c6-9817-4bbb-9162-b2e8ad79383d" providerId="ADAL" clId="{45C24337-BC83-426E-8555-560DB5D20005}" dt="2026-02-06T22:43:28.739" v="2153" actId="26606"/>
          <ac:spMkLst>
            <pc:docMk/>
            <pc:sldMk cId="771457109" sldId="272"/>
            <ac:spMk id="2" creationId="{E7735432-A7F5-281E-62ED-8EB6B3590FED}"/>
          </ac:spMkLst>
        </pc:spChg>
        <pc:spChg chg="mod">
          <ac:chgData name="Jeffrey Moe" userId="495852c6-9817-4bbb-9162-b2e8ad79383d" providerId="ADAL" clId="{45C24337-BC83-426E-8555-560DB5D20005}" dt="2026-02-06T22:44:42.469" v="2210" actId="255"/>
          <ac:spMkLst>
            <pc:docMk/>
            <pc:sldMk cId="771457109" sldId="272"/>
            <ac:spMk id="3" creationId="{906DA777-4CA4-5CCD-EC59-5D32A5FE0CA2}"/>
          </ac:spMkLst>
        </pc:spChg>
        <pc:spChg chg="add">
          <ac:chgData name="Jeffrey Moe" userId="495852c6-9817-4bbb-9162-b2e8ad79383d" providerId="ADAL" clId="{45C24337-BC83-426E-8555-560DB5D20005}" dt="2026-02-06T22:43:28.739" v="2153" actId="26606"/>
          <ac:spMkLst>
            <pc:docMk/>
            <pc:sldMk cId="771457109" sldId="272"/>
            <ac:spMk id="5" creationId="{4BC99CB9-DDAD-44A2-8A1C-E3AF4E72DF5C}"/>
          </ac:spMkLst>
        </pc:spChg>
        <pc:spChg chg="add">
          <ac:chgData name="Jeffrey Moe" userId="495852c6-9817-4bbb-9162-b2e8ad79383d" providerId="ADAL" clId="{45C24337-BC83-426E-8555-560DB5D20005}" dt="2026-02-06T22:43:28.739" v="2153" actId="26606"/>
          <ac:spMkLst>
            <pc:docMk/>
            <pc:sldMk cId="771457109" sldId="272"/>
            <ac:spMk id="6" creationId="{64053CBF-3932-45FF-8285-EE5146085F3A}"/>
          </ac:spMkLst>
        </pc:spChg>
        <pc:spChg chg="del">
          <ac:chgData name="Jeffrey Moe" userId="495852c6-9817-4bbb-9162-b2e8ad79383d" providerId="ADAL" clId="{45C24337-BC83-426E-8555-560DB5D20005}" dt="2026-02-06T22:36:36.309" v="2083"/>
          <ac:spMkLst>
            <pc:docMk/>
            <pc:sldMk cId="771457109" sldId="272"/>
            <ac:spMk id="8" creationId="{1B15ED52-F352-441B-82BF-E0EA34836D08}"/>
          </ac:spMkLst>
        </pc:spChg>
        <pc:spChg chg="del">
          <ac:chgData name="Jeffrey Moe" userId="495852c6-9817-4bbb-9162-b2e8ad79383d" providerId="ADAL" clId="{45C24337-BC83-426E-8555-560DB5D20005}" dt="2026-02-06T22:36:36.309" v="2083"/>
          <ac:spMkLst>
            <pc:docMk/>
            <pc:sldMk cId="771457109" sldId="272"/>
            <ac:spMk id="10" creationId="{3B2E3793-BFE6-45A2-9B7B-E18844431C99}"/>
          </ac:spMkLst>
        </pc:spChg>
        <pc:spChg chg="del">
          <ac:chgData name="Jeffrey Moe" userId="495852c6-9817-4bbb-9162-b2e8ad79383d" providerId="ADAL" clId="{45C24337-BC83-426E-8555-560DB5D20005}" dt="2026-02-06T22:36:36.309" v="2083"/>
          <ac:spMkLst>
            <pc:docMk/>
            <pc:sldMk cId="771457109" sldId="272"/>
            <ac:spMk id="12" creationId="{BC4C4868-CB8F-4AF9-9CDB-8108F2C19B67}"/>
          </ac:spMkLst>
        </pc:spChg>
        <pc:spChg chg="del">
          <ac:chgData name="Jeffrey Moe" userId="495852c6-9817-4bbb-9162-b2e8ad79383d" providerId="ADAL" clId="{45C24337-BC83-426E-8555-560DB5D20005}" dt="2026-02-06T22:36:36.309" v="2083"/>
          <ac:spMkLst>
            <pc:docMk/>
            <pc:sldMk cId="771457109" sldId="272"/>
            <ac:spMk id="14" creationId="{375E0459-6403-40CD-989D-56A4407CA12E}"/>
          </ac:spMkLst>
        </pc:spChg>
        <pc:spChg chg="del">
          <ac:chgData name="Jeffrey Moe" userId="495852c6-9817-4bbb-9162-b2e8ad79383d" providerId="ADAL" clId="{45C24337-BC83-426E-8555-560DB5D20005}" dt="2026-02-06T22:36:36.309" v="2083"/>
          <ac:spMkLst>
            <pc:docMk/>
            <pc:sldMk cId="771457109" sldId="272"/>
            <ac:spMk id="16" creationId="{53E5B1A8-3AC9-4BD1-9BBC-78CA94F2D1BA}"/>
          </ac:spMkLst>
        </pc:spChg>
        <pc:grpChg chg="add">
          <ac:chgData name="Jeffrey Moe" userId="495852c6-9817-4bbb-9162-b2e8ad79383d" providerId="ADAL" clId="{45C24337-BC83-426E-8555-560DB5D20005}" dt="2026-02-06T22:43:28.739" v="2153" actId="26606"/>
          <ac:grpSpMkLst>
            <pc:docMk/>
            <pc:sldMk cId="771457109" sldId="272"/>
            <ac:grpSpMk id="7" creationId="{2E751C04-BEA6-446B-A678-9C74819EBD4C}"/>
          </ac:grpSpMkLst>
        </pc:grpChg>
        <pc:grpChg chg="add">
          <ac:chgData name="Jeffrey Moe" userId="495852c6-9817-4bbb-9162-b2e8ad79383d" providerId="ADAL" clId="{45C24337-BC83-426E-8555-560DB5D20005}" dt="2026-02-06T22:43:28.739" v="2153" actId="26606"/>
          <ac:grpSpMkLst>
            <pc:docMk/>
            <pc:sldMk cId="771457109" sldId="272"/>
            <ac:grpSpMk id="18" creationId="{B63ACBA3-DEFD-4C6D-BBA0-64468FA99C2D}"/>
          </ac:grpSpMkLst>
        </pc:grpChg>
      </pc:sldChg>
      <pc:sldChg chg="addSp modSp new mod ord setBg">
        <pc:chgData name="Jeffrey Moe" userId="495852c6-9817-4bbb-9162-b2e8ad79383d" providerId="ADAL" clId="{45C24337-BC83-426E-8555-560DB5D20005}" dt="2026-02-06T22:45:59.398" v="2235" actId="2085"/>
        <pc:sldMkLst>
          <pc:docMk/>
          <pc:sldMk cId="1657255629" sldId="273"/>
        </pc:sldMkLst>
        <pc:spChg chg="mod">
          <ac:chgData name="Jeffrey Moe" userId="495852c6-9817-4bbb-9162-b2e8ad79383d" providerId="ADAL" clId="{45C24337-BC83-426E-8555-560DB5D20005}" dt="2026-02-06T22:43:23.564" v="2151" actId="26606"/>
          <ac:spMkLst>
            <pc:docMk/>
            <pc:sldMk cId="1657255629" sldId="273"/>
            <ac:spMk id="2" creationId="{DF1E7276-F8F6-05F5-5C57-379C6C539E79}"/>
          </ac:spMkLst>
        </pc:spChg>
        <pc:spChg chg="mod">
          <ac:chgData name="Jeffrey Moe" userId="495852c6-9817-4bbb-9162-b2e8ad79383d" providerId="ADAL" clId="{45C24337-BC83-426E-8555-560DB5D20005}" dt="2026-02-06T22:45:59.398" v="2235" actId="2085"/>
          <ac:spMkLst>
            <pc:docMk/>
            <pc:sldMk cId="1657255629" sldId="273"/>
            <ac:spMk id="3" creationId="{49DE8BC7-12FC-1A6D-C5A4-E3EE7E1BB636}"/>
          </ac:spMkLst>
        </pc:spChg>
        <pc:spChg chg="add">
          <ac:chgData name="Jeffrey Moe" userId="495852c6-9817-4bbb-9162-b2e8ad79383d" providerId="ADAL" clId="{45C24337-BC83-426E-8555-560DB5D20005}" dt="2026-02-06T22:43:23.564" v="2151" actId="26606"/>
          <ac:spMkLst>
            <pc:docMk/>
            <pc:sldMk cId="1657255629" sldId="273"/>
            <ac:spMk id="8" creationId="{4BC99CB9-DDAD-44A2-8A1C-E3AF4E72DF5C}"/>
          </ac:spMkLst>
        </pc:spChg>
        <pc:spChg chg="add">
          <ac:chgData name="Jeffrey Moe" userId="495852c6-9817-4bbb-9162-b2e8ad79383d" providerId="ADAL" clId="{45C24337-BC83-426E-8555-560DB5D20005}" dt="2026-02-06T22:43:23.564" v="2151" actId="26606"/>
          <ac:spMkLst>
            <pc:docMk/>
            <pc:sldMk cId="1657255629" sldId="273"/>
            <ac:spMk id="10" creationId="{64053CBF-3932-45FF-8285-EE5146085F3A}"/>
          </ac:spMkLst>
        </pc:spChg>
        <pc:grpChg chg="add">
          <ac:chgData name="Jeffrey Moe" userId="495852c6-9817-4bbb-9162-b2e8ad79383d" providerId="ADAL" clId="{45C24337-BC83-426E-8555-560DB5D20005}" dt="2026-02-06T22:43:23.564" v="2151" actId="26606"/>
          <ac:grpSpMkLst>
            <pc:docMk/>
            <pc:sldMk cId="1657255629" sldId="273"/>
            <ac:grpSpMk id="12" creationId="{2E751C04-BEA6-446B-A678-9C74819EBD4C}"/>
          </ac:grpSpMkLst>
        </pc:grpChg>
        <pc:grpChg chg="add">
          <ac:chgData name="Jeffrey Moe" userId="495852c6-9817-4bbb-9162-b2e8ad79383d" providerId="ADAL" clId="{45C24337-BC83-426E-8555-560DB5D20005}" dt="2026-02-06T22:43:23.564" v="2151" actId="26606"/>
          <ac:grpSpMkLst>
            <pc:docMk/>
            <pc:sldMk cId="1657255629" sldId="273"/>
            <ac:grpSpMk id="18" creationId="{B63ACBA3-DEFD-4C6D-BBA0-64468FA99C2D}"/>
          </ac:grpSpMkLst>
        </pc:gr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7CACFF-0F5D-41FD-8095-6CD28BE6556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1E5E9AB-CBA3-46F5-9310-3A196A855F7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Preparation and Environment Setup</a:t>
          </a:r>
        </a:p>
      </dgm:t>
    </dgm:pt>
    <dgm:pt modelId="{A9609378-7875-4859-9AA6-DDE1B49539BF}" type="parTrans" cxnId="{FEE994FD-9227-4FDC-B432-DEF2303CAD9D}">
      <dgm:prSet/>
      <dgm:spPr/>
      <dgm:t>
        <a:bodyPr/>
        <a:lstStyle/>
        <a:p>
          <a:endParaRPr lang="en-US"/>
        </a:p>
      </dgm:t>
    </dgm:pt>
    <dgm:pt modelId="{B65A4BE5-0E71-436F-885E-F33F35505A03}" type="sibTrans" cxnId="{FEE994FD-9227-4FDC-B432-DEF2303CAD9D}">
      <dgm:prSet/>
      <dgm:spPr/>
      <dgm:t>
        <a:bodyPr/>
        <a:lstStyle/>
        <a:p>
          <a:endParaRPr lang="en-US"/>
        </a:p>
      </dgm:t>
    </dgm:pt>
    <dgm:pt modelId="{046093CC-A2A6-4F4D-AB57-01B2866C76C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Experiment Setup</a:t>
          </a:r>
        </a:p>
      </dgm:t>
    </dgm:pt>
    <dgm:pt modelId="{914BFFA2-3FD1-4834-8E16-21DF933A92B2}" type="parTrans" cxnId="{82D0309D-D31A-4FCA-80EB-9DFCF79DBE9D}">
      <dgm:prSet/>
      <dgm:spPr/>
      <dgm:t>
        <a:bodyPr/>
        <a:lstStyle/>
        <a:p>
          <a:endParaRPr lang="en-US"/>
        </a:p>
      </dgm:t>
    </dgm:pt>
    <dgm:pt modelId="{105702E0-37CA-4794-AC58-562B07F9EC14}" type="sibTrans" cxnId="{82D0309D-D31A-4FCA-80EB-9DFCF79DBE9D}">
      <dgm:prSet/>
      <dgm:spPr/>
      <dgm:t>
        <a:bodyPr/>
        <a:lstStyle/>
        <a:p>
          <a:endParaRPr lang="en-US"/>
        </a:p>
      </dgm:t>
    </dgm:pt>
    <dgm:pt modelId="{B3E7B5F4-7353-41E5-911D-F0FF01CE98D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Performance Recording and Analysis</a:t>
          </a:r>
        </a:p>
      </dgm:t>
    </dgm:pt>
    <dgm:pt modelId="{3056F44A-E616-4C28-91E3-3E27C794B85D}" type="parTrans" cxnId="{0571A1D2-2BC1-413E-B508-6677468E67D5}">
      <dgm:prSet/>
      <dgm:spPr/>
      <dgm:t>
        <a:bodyPr/>
        <a:lstStyle/>
        <a:p>
          <a:endParaRPr lang="en-US"/>
        </a:p>
      </dgm:t>
    </dgm:pt>
    <dgm:pt modelId="{F8A97967-7C8F-47AA-9904-D806BED052E6}" type="sibTrans" cxnId="{0571A1D2-2BC1-413E-B508-6677468E67D5}">
      <dgm:prSet/>
      <dgm:spPr/>
      <dgm:t>
        <a:bodyPr/>
        <a:lstStyle/>
        <a:p>
          <a:endParaRPr lang="en-US"/>
        </a:p>
      </dgm:t>
    </dgm:pt>
    <dgm:pt modelId="{C5C00F33-9F56-40B6-B86E-064A2F787E8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Insights and Optimization</a:t>
          </a:r>
        </a:p>
      </dgm:t>
    </dgm:pt>
    <dgm:pt modelId="{93A10AC7-DE0E-4D58-9C80-A130E2A28705}" type="parTrans" cxnId="{249A0177-CB0B-4F88-B3F0-767F31236E49}">
      <dgm:prSet/>
      <dgm:spPr/>
      <dgm:t>
        <a:bodyPr/>
        <a:lstStyle/>
        <a:p>
          <a:endParaRPr lang="en-US"/>
        </a:p>
      </dgm:t>
    </dgm:pt>
    <dgm:pt modelId="{89C4B5E5-129D-4684-81FF-3643B711C2EB}" type="sibTrans" cxnId="{249A0177-CB0B-4F88-B3F0-767F31236E49}">
      <dgm:prSet/>
      <dgm:spPr/>
      <dgm:t>
        <a:bodyPr/>
        <a:lstStyle/>
        <a:p>
          <a:endParaRPr lang="en-US"/>
        </a:p>
      </dgm:t>
    </dgm:pt>
    <dgm:pt modelId="{E4381BD9-A825-4C60-8280-4D899A3106F4}" type="pres">
      <dgm:prSet presAssocID="{F97CACFF-0F5D-41FD-8095-6CD28BE65566}" presName="root" presStyleCnt="0">
        <dgm:presLayoutVars>
          <dgm:dir/>
          <dgm:resizeHandles val="exact"/>
        </dgm:presLayoutVars>
      </dgm:prSet>
      <dgm:spPr/>
    </dgm:pt>
    <dgm:pt modelId="{D50E8AB3-9004-49EC-A7E1-A26C2CC8755C}" type="pres">
      <dgm:prSet presAssocID="{D1E5E9AB-CBA3-46F5-9310-3A196A855F7D}" presName="compNode" presStyleCnt="0"/>
      <dgm:spPr/>
    </dgm:pt>
    <dgm:pt modelId="{C78BAF9C-865F-48BE-B40C-FCA021E71FE1}" type="pres">
      <dgm:prSet presAssocID="{D1E5E9AB-CBA3-46F5-9310-3A196A855F7D}" presName="iconBgRect" presStyleLbl="bgShp" presStyleIdx="0" presStyleCnt="4"/>
      <dgm:spPr/>
    </dgm:pt>
    <dgm:pt modelId="{A0C377AC-E24C-4900-ACC3-913FD2A1E916}" type="pres">
      <dgm:prSet presAssocID="{D1E5E9AB-CBA3-46F5-9310-3A196A855F7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208A03E-38E6-42A5-8208-2CA06693C28D}" type="pres">
      <dgm:prSet presAssocID="{D1E5E9AB-CBA3-46F5-9310-3A196A855F7D}" presName="spaceRect" presStyleCnt="0"/>
      <dgm:spPr/>
    </dgm:pt>
    <dgm:pt modelId="{097EEA78-8938-44D5-AD8E-80A7103C62BD}" type="pres">
      <dgm:prSet presAssocID="{D1E5E9AB-CBA3-46F5-9310-3A196A855F7D}" presName="textRect" presStyleLbl="revTx" presStyleIdx="0" presStyleCnt="4">
        <dgm:presLayoutVars>
          <dgm:chMax val="1"/>
          <dgm:chPref val="1"/>
        </dgm:presLayoutVars>
      </dgm:prSet>
      <dgm:spPr/>
    </dgm:pt>
    <dgm:pt modelId="{23F0BEE3-3586-447B-A22F-B4F1D6FCEC65}" type="pres">
      <dgm:prSet presAssocID="{B65A4BE5-0E71-436F-885E-F33F35505A03}" presName="sibTrans" presStyleCnt="0"/>
      <dgm:spPr/>
    </dgm:pt>
    <dgm:pt modelId="{DEB2ECAB-9B1E-4DBD-ABA3-15518C2F1CC7}" type="pres">
      <dgm:prSet presAssocID="{046093CC-A2A6-4F4D-AB57-01B2866C76C0}" presName="compNode" presStyleCnt="0"/>
      <dgm:spPr/>
    </dgm:pt>
    <dgm:pt modelId="{7A4F3479-1E22-4F8C-A57C-41C4A6CB3798}" type="pres">
      <dgm:prSet presAssocID="{046093CC-A2A6-4F4D-AB57-01B2866C76C0}" presName="iconBgRect" presStyleLbl="bgShp" presStyleIdx="1" presStyleCnt="4"/>
      <dgm:spPr/>
    </dgm:pt>
    <dgm:pt modelId="{85BDD47B-87BD-4EAF-A72A-84586AE69F11}" type="pres">
      <dgm:prSet presAssocID="{046093CC-A2A6-4F4D-AB57-01B2866C76C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FE2A8DD6-B799-412E-BD26-D0F0A1E48943}" type="pres">
      <dgm:prSet presAssocID="{046093CC-A2A6-4F4D-AB57-01B2866C76C0}" presName="spaceRect" presStyleCnt="0"/>
      <dgm:spPr/>
    </dgm:pt>
    <dgm:pt modelId="{E0D962D4-6AA5-4677-8AC8-79F098732C05}" type="pres">
      <dgm:prSet presAssocID="{046093CC-A2A6-4F4D-AB57-01B2866C76C0}" presName="textRect" presStyleLbl="revTx" presStyleIdx="1" presStyleCnt="4">
        <dgm:presLayoutVars>
          <dgm:chMax val="1"/>
          <dgm:chPref val="1"/>
        </dgm:presLayoutVars>
      </dgm:prSet>
      <dgm:spPr/>
    </dgm:pt>
    <dgm:pt modelId="{C4BFA2C4-C055-4D49-8255-666CCB88FA58}" type="pres">
      <dgm:prSet presAssocID="{105702E0-37CA-4794-AC58-562B07F9EC14}" presName="sibTrans" presStyleCnt="0"/>
      <dgm:spPr/>
    </dgm:pt>
    <dgm:pt modelId="{E9669EEC-79C1-4532-8A0D-20D6C473DEF1}" type="pres">
      <dgm:prSet presAssocID="{B3E7B5F4-7353-41E5-911D-F0FF01CE98DF}" presName="compNode" presStyleCnt="0"/>
      <dgm:spPr/>
    </dgm:pt>
    <dgm:pt modelId="{CB818C91-BE25-41C6-87DA-C3DC7FC3ACA8}" type="pres">
      <dgm:prSet presAssocID="{B3E7B5F4-7353-41E5-911D-F0FF01CE98DF}" presName="iconBgRect" presStyleLbl="bgShp" presStyleIdx="2" presStyleCnt="4"/>
      <dgm:spPr/>
    </dgm:pt>
    <dgm:pt modelId="{5D818805-5087-4E30-8F9A-AD249E357AB6}" type="pres">
      <dgm:prSet presAssocID="{B3E7B5F4-7353-41E5-911D-F0FF01CE98D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5FDA0A3-60BC-4DCF-A7E8-E97EFC1757B4}" type="pres">
      <dgm:prSet presAssocID="{B3E7B5F4-7353-41E5-911D-F0FF01CE98DF}" presName="spaceRect" presStyleCnt="0"/>
      <dgm:spPr/>
    </dgm:pt>
    <dgm:pt modelId="{EEACCE19-D86F-4682-B42B-3A82AA6D9905}" type="pres">
      <dgm:prSet presAssocID="{B3E7B5F4-7353-41E5-911D-F0FF01CE98DF}" presName="textRect" presStyleLbl="revTx" presStyleIdx="2" presStyleCnt="4">
        <dgm:presLayoutVars>
          <dgm:chMax val="1"/>
          <dgm:chPref val="1"/>
        </dgm:presLayoutVars>
      </dgm:prSet>
      <dgm:spPr/>
    </dgm:pt>
    <dgm:pt modelId="{58C4BE83-A396-4AD5-AF1C-E8728F21208F}" type="pres">
      <dgm:prSet presAssocID="{F8A97967-7C8F-47AA-9904-D806BED052E6}" presName="sibTrans" presStyleCnt="0"/>
      <dgm:spPr/>
    </dgm:pt>
    <dgm:pt modelId="{C8CC8727-B287-4B16-9B7D-F5B6496AA275}" type="pres">
      <dgm:prSet presAssocID="{C5C00F33-9F56-40B6-B86E-064A2F787E82}" presName="compNode" presStyleCnt="0"/>
      <dgm:spPr/>
    </dgm:pt>
    <dgm:pt modelId="{87A47815-5017-4EBA-82A8-E51BE0883022}" type="pres">
      <dgm:prSet presAssocID="{C5C00F33-9F56-40B6-B86E-064A2F787E82}" presName="iconBgRect" presStyleLbl="bgShp" presStyleIdx="3" presStyleCnt="4"/>
      <dgm:spPr/>
    </dgm:pt>
    <dgm:pt modelId="{BD175ACB-5FD5-4B67-A600-55783ECA709F}" type="pres">
      <dgm:prSet presAssocID="{C5C00F33-9F56-40B6-B86E-064A2F787E8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7558E1CA-237C-4704-AA25-753380FDDA91}" type="pres">
      <dgm:prSet presAssocID="{C5C00F33-9F56-40B6-B86E-064A2F787E82}" presName="spaceRect" presStyleCnt="0"/>
      <dgm:spPr/>
    </dgm:pt>
    <dgm:pt modelId="{E88E9303-0F2D-4F1F-A174-BD5DBF747713}" type="pres">
      <dgm:prSet presAssocID="{C5C00F33-9F56-40B6-B86E-064A2F787E8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8359E04-DB7E-42EB-91ED-BDAD5A684B58}" type="presOf" srcId="{B3E7B5F4-7353-41E5-911D-F0FF01CE98DF}" destId="{EEACCE19-D86F-4682-B42B-3A82AA6D9905}" srcOrd="0" destOrd="0" presId="urn:microsoft.com/office/officeart/2018/5/layout/IconCircleLabelList"/>
    <dgm:cxn modelId="{602EAA1A-BC0E-4BDF-8E6E-8A592C04A1DB}" type="presOf" srcId="{F97CACFF-0F5D-41FD-8095-6CD28BE65566}" destId="{E4381BD9-A825-4C60-8280-4D899A3106F4}" srcOrd="0" destOrd="0" presId="urn:microsoft.com/office/officeart/2018/5/layout/IconCircleLabelList"/>
    <dgm:cxn modelId="{5BA89C3A-FAE7-4710-ABFD-016981CA685B}" type="presOf" srcId="{C5C00F33-9F56-40B6-B86E-064A2F787E82}" destId="{E88E9303-0F2D-4F1F-A174-BD5DBF747713}" srcOrd="0" destOrd="0" presId="urn:microsoft.com/office/officeart/2018/5/layout/IconCircleLabelList"/>
    <dgm:cxn modelId="{7096316B-5B93-4091-B081-B4F0B5B1FB02}" type="presOf" srcId="{046093CC-A2A6-4F4D-AB57-01B2866C76C0}" destId="{E0D962D4-6AA5-4677-8AC8-79F098732C05}" srcOrd="0" destOrd="0" presId="urn:microsoft.com/office/officeart/2018/5/layout/IconCircleLabelList"/>
    <dgm:cxn modelId="{657F306C-545D-4879-914B-D613EBE59A13}" type="presOf" srcId="{D1E5E9AB-CBA3-46F5-9310-3A196A855F7D}" destId="{097EEA78-8938-44D5-AD8E-80A7103C62BD}" srcOrd="0" destOrd="0" presId="urn:microsoft.com/office/officeart/2018/5/layout/IconCircleLabelList"/>
    <dgm:cxn modelId="{249A0177-CB0B-4F88-B3F0-767F31236E49}" srcId="{F97CACFF-0F5D-41FD-8095-6CD28BE65566}" destId="{C5C00F33-9F56-40B6-B86E-064A2F787E82}" srcOrd="3" destOrd="0" parTransId="{93A10AC7-DE0E-4D58-9C80-A130E2A28705}" sibTransId="{89C4B5E5-129D-4684-81FF-3643B711C2EB}"/>
    <dgm:cxn modelId="{82D0309D-D31A-4FCA-80EB-9DFCF79DBE9D}" srcId="{F97CACFF-0F5D-41FD-8095-6CD28BE65566}" destId="{046093CC-A2A6-4F4D-AB57-01B2866C76C0}" srcOrd="1" destOrd="0" parTransId="{914BFFA2-3FD1-4834-8E16-21DF933A92B2}" sibTransId="{105702E0-37CA-4794-AC58-562B07F9EC14}"/>
    <dgm:cxn modelId="{0571A1D2-2BC1-413E-B508-6677468E67D5}" srcId="{F97CACFF-0F5D-41FD-8095-6CD28BE65566}" destId="{B3E7B5F4-7353-41E5-911D-F0FF01CE98DF}" srcOrd="2" destOrd="0" parTransId="{3056F44A-E616-4C28-91E3-3E27C794B85D}" sibTransId="{F8A97967-7C8F-47AA-9904-D806BED052E6}"/>
    <dgm:cxn modelId="{FEE994FD-9227-4FDC-B432-DEF2303CAD9D}" srcId="{F97CACFF-0F5D-41FD-8095-6CD28BE65566}" destId="{D1E5E9AB-CBA3-46F5-9310-3A196A855F7D}" srcOrd="0" destOrd="0" parTransId="{A9609378-7875-4859-9AA6-DDE1B49539BF}" sibTransId="{B65A4BE5-0E71-436F-885E-F33F35505A03}"/>
    <dgm:cxn modelId="{28327D2E-0BF7-460D-9167-149BCABA5483}" type="presParOf" srcId="{E4381BD9-A825-4C60-8280-4D899A3106F4}" destId="{D50E8AB3-9004-49EC-A7E1-A26C2CC8755C}" srcOrd="0" destOrd="0" presId="urn:microsoft.com/office/officeart/2018/5/layout/IconCircleLabelList"/>
    <dgm:cxn modelId="{452320BA-D8D2-4404-98A8-678E4D680F1C}" type="presParOf" srcId="{D50E8AB3-9004-49EC-A7E1-A26C2CC8755C}" destId="{C78BAF9C-865F-48BE-B40C-FCA021E71FE1}" srcOrd="0" destOrd="0" presId="urn:microsoft.com/office/officeart/2018/5/layout/IconCircleLabelList"/>
    <dgm:cxn modelId="{7E5BA7C4-1B2B-4381-9810-57CD02C38784}" type="presParOf" srcId="{D50E8AB3-9004-49EC-A7E1-A26C2CC8755C}" destId="{A0C377AC-E24C-4900-ACC3-913FD2A1E916}" srcOrd="1" destOrd="0" presId="urn:microsoft.com/office/officeart/2018/5/layout/IconCircleLabelList"/>
    <dgm:cxn modelId="{FC94ED03-D341-45DF-8F11-99785A16DFC6}" type="presParOf" srcId="{D50E8AB3-9004-49EC-A7E1-A26C2CC8755C}" destId="{D208A03E-38E6-42A5-8208-2CA06693C28D}" srcOrd="2" destOrd="0" presId="urn:microsoft.com/office/officeart/2018/5/layout/IconCircleLabelList"/>
    <dgm:cxn modelId="{6CB85502-9B2E-43EE-AC97-97DFED892740}" type="presParOf" srcId="{D50E8AB3-9004-49EC-A7E1-A26C2CC8755C}" destId="{097EEA78-8938-44D5-AD8E-80A7103C62BD}" srcOrd="3" destOrd="0" presId="urn:microsoft.com/office/officeart/2018/5/layout/IconCircleLabelList"/>
    <dgm:cxn modelId="{4808BD54-503E-4F72-88A0-3634C2BE3C33}" type="presParOf" srcId="{E4381BD9-A825-4C60-8280-4D899A3106F4}" destId="{23F0BEE3-3586-447B-A22F-B4F1D6FCEC65}" srcOrd="1" destOrd="0" presId="urn:microsoft.com/office/officeart/2018/5/layout/IconCircleLabelList"/>
    <dgm:cxn modelId="{336E33DB-2AF9-47C0-BDB1-95BE1C1C89A0}" type="presParOf" srcId="{E4381BD9-A825-4C60-8280-4D899A3106F4}" destId="{DEB2ECAB-9B1E-4DBD-ABA3-15518C2F1CC7}" srcOrd="2" destOrd="0" presId="urn:microsoft.com/office/officeart/2018/5/layout/IconCircleLabelList"/>
    <dgm:cxn modelId="{56E5C62F-E747-47C8-9690-1E45E005ECE9}" type="presParOf" srcId="{DEB2ECAB-9B1E-4DBD-ABA3-15518C2F1CC7}" destId="{7A4F3479-1E22-4F8C-A57C-41C4A6CB3798}" srcOrd="0" destOrd="0" presId="urn:microsoft.com/office/officeart/2018/5/layout/IconCircleLabelList"/>
    <dgm:cxn modelId="{6A9E7C5D-C93F-4013-BE54-953AA5C62538}" type="presParOf" srcId="{DEB2ECAB-9B1E-4DBD-ABA3-15518C2F1CC7}" destId="{85BDD47B-87BD-4EAF-A72A-84586AE69F11}" srcOrd="1" destOrd="0" presId="urn:microsoft.com/office/officeart/2018/5/layout/IconCircleLabelList"/>
    <dgm:cxn modelId="{139A4A00-492D-41FD-B91B-E1906F3779D1}" type="presParOf" srcId="{DEB2ECAB-9B1E-4DBD-ABA3-15518C2F1CC7}" destId="{FE2A8DD6-B799-412E-BD26-D0F0A1E48943}" srcOrd="2" destOrd="0" presId="urn:microsoft.com/office/officeart/2018/5/layout/IconCircleLabelList"/>
    <dgm:cxn modelId="{FDD3726D-8E57-40B9-B3E1-80B88AA09339}" type="presParOf" srcId="{DEB2ECAB-9B1E-4DBD-ABA3-15518C2F1CC7}" destId="{E0D962D4-6AA5-4677-8AC8-79F098732C05}" srcOrd="3" destOrd="0" presId="urn:microsoft.com/office/officeart/2018/5/layout/IconCircleLabelList"/>
    <dgm:cxn modelId="{FC039397-257F-4F98-B768-5860942A7508}" type="presParOf" srcId="{E4381BD9-A825-4C60-8280-4D899A3106F4}" destId="{C4BFA2C4-C055-4D49-8255-666CCB88FA58}" srcOrd="3" destOrd="0" presId="urn:microsoft.com/office/officeart/2018/5/layout/IconCircleLabelList"/>
    <dgm:cxn modelId="{7A6513D7-A3C4-485D-8440-AB9837DA1C53}" type="presParOf" srcId="{E4381BD9-A825-4C60-8280-4D899A3106F4}" destId="{E9669EEC-79C1-4532-8A0D-20D6C473DEF1}" srcOrd="4" destOrd="0" presId="urn:microsoft.com/office/officeart/2018/5/layout/IconCircleLabelList"/>
    <dgm:cxn modelId="{B4E05DE8-68F5-47F9-8FEE-9EF4B877896F}" type="presParOf" srcId="{E9669EEC-79C1-4532-8A0D-20D6C473DEF1}" destId="{CB818C91-BE25-41C6-87DA-C3DC7FC3ACA8}" srcOrd="0" destOrd="0" presId="urn:microsoft.com/office/officeart/2018/5/layout/IconCircleLabelList"/>
    <dgm:cxn modelId="{AF2D4F23-B54C-4A30-AEA0-6B947D4DFD4F}" type="presParOf" srcId="{E9669EEC-79C1-4532-8A0D-20D6C473DEF1}" destId="{5D818805-5087-4E30-8F9A-AD249E357AB6}" srcOrd="1" destOrd="0" presId="urn:microsoft.com/office/officeart/2018/5/layout/IconCircleLabelList"/>
    <dgm:cxn modelId="{383F0726-E76D-47FE-9559-902B98EFAF45}" type="presParOf" srcId="{E9669EEC-79C1-4532-8A0D-20D6C473DEF1}" destId="{D5FDA0A3-60BC-4DCF-A7E8-E97EFC1757B4}" srcOrd="2" destOrd="0" presId="urn:microsoft.com/office/officeart/2018/5/layout/IconCircleLabelList"/>
    <dgm:cxn modelId="{B1370476-9245-4804-A421-816786F547D9}" type="presParOf" srcId="{E9669EEC-79C1-4532-8A0D-20D6C473DEF1}" destId="{EEACCE19-D86F-4682-B42B-3A82AA6D9905}" srcOrd="3" destOrd="0" presId="urn:microsoft.com/office/officeart/2018/5/layout/IconCircleLabelList"/>
    <dgm:cxn modelId="{DDBF0072-2209-4756-892C-E3F967D2194E}" type="presParOf" srcId="{E4381BD9-A825-4C60-8280-4D899A3106F4}" destId="{58C4BE83-A396-4AD5-AF1C-E8728F21208F}" srcOrd="5" destOrd="0" presId="urn:microsoft.com/office/officeart/2018/5/layout/IconCircleLabelList"/>
    <dgm:cxn modelId="{08A91F6B-2EBB-483F-9BA7-116C3555ACC3}" type="presParOf" srcId="{E4381BD9-A825-4C60-8280-4D899A3106F4}" destId="{C8CC8727-B287-4B16-9B7D-F5B6496AA275}" srcOrd="6" destOrd="0" presId="urn:microsoft.com/office/officeart/2018/5/layout/IconCircleLabelList"/>
    <dgm:cxn modelId="{7C331BA9-6FD1-413A-A031-C74D3D92FADE}" type="presParOf" srcId="{C8CC8727-B287-4B16-9B7D-F5B6496AA275}" destId="{87A47815-5017-4EBA-82A8-E51BE0883022}" srcOrd="0" destOrd="0" presId="urn:microsoft.com/office/officeart/2018/5/layout/IconCircleLabelList"/>
    <dgm:cxn modelId="{D7EBD56F-CE0E-4174-BA37-3F45388FB927}" type="presParOf" srcId="{C8CC8727-B287-4B16-9B7D-F5B6496AA275}" destId="{BD175ACB-5FD5-4B67-A600-55783ECA709F}" srcOrd="1" destOrd="0" presId="urn:microsoft.com/office/officeart/2018/5/layout/IconCircleLabelList"/>
    <dgm:cxn modelId="{B51E3397-BDC6-43AD-B315-51DE0FE34ACE}" type="presParOf" srcId="{C8CC8727-B287-4B16-9B7D-F5B6496AA275}" destId="{7558E1CA-237C-4704-AA25-753380FDDA91}" srcOrd="2" destOrd="0" presId="urn:microsoft.com/office/officeart/2018/5/layout/IconCircleLabelList"/>
    <dgm:cxn modelId="{B3C7F1E3-555E-4B53-94BD-BDD408ED739B}" type="presParOf" srcId="{C8CC8727-B287-4B16-9B7D-F5B6496AA275}" destId="{E88E9303-0F2D-4F1F-A174-BD5DBF74771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8BAF9C-865F-48BE-B40C-FCA021E71FE1}">
      <dsp:nvSpPr>
        <dsp:cNvPr id="0" name=""/>
        <dsp:cNvSpPr/>
      </dsp:nvSpPr>
      <dsp:spPr>
        <a:xfrm>
          <a:off x="800671" y="599088"/>
          <a:ext cx="1256587" cy="12565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377AC-E24C-4900-ACC3-913FD2A1E916}">
      <dsp:nvSpPr>
        <dsp:cNvPr id="0" name=""/>
        <dsp:cNvSpPr/>
      </dsp:nvSpPr>
      <dsp:spPr>
        <a:xfrm>
          <a:off x="1068468" y="866885"/>
          <a:ext cx="720993" cy="7209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7EEA78-8938-44D5-AD8E-80A7103C62BD}">
      <dsp:nvSpPr>
        <dsp:cNvPr id="0" name=""/>
        <dsp:cNvSpPr/>
      </dsp:nvSpPr>
      <dsp:spPr>
        <a:xfrm>
          <a:off x="398975" y="2247072"/>
          <a:ext cx="205998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Preparation and Environment Setup</a:t>
          </a:r>
        </a:p>
      </dsp:txBody>
      <dsp:txXfrm>
        <a:off x="398975" y="2247072"/>
        <a:ext cx="2059980" cy="720000"/>
      </dsp:txXfrm>
    </dsp:sp>
    <dsp:sp modelId="{7A4F3479-1E22-4F8C-A57C-41C4A6CB3798}">
      <dsp:nvSpPr>
        <dsp:cNvPr id="0" name=""/>
        <dsp:cNvSpPr/>
      </dsp:nvSpPr>
      <dsp:spPr>
        <a:xfrm>
          <a:off x="3221147" y="599088"/>
          <a:ext cx="1256587" cy="12565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DD47B-87BD-4EAF-A72A-84586AE69F11}">
      <dsp:nvSpPr>
        <dsp:cNvPr id="0" name=""/>
        <dsp:cNvSpPr/>
      </dsp:nvSpPr>
      <dsp:spPr>
        <a:xfrm>
          <a:off x="3488945" y="866885"/>
          <a:ext cx="720993" cy="7209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962D4-6AA5-4677-8AC8-79F098732C05}">
      <dsp:nvSpPr>
        <dsp:cNvPr id="0" name=""/>
        <dsp:cNvSpPr/>
      </dsp:nvSpPr>
      <dsp:spPr>
        <a:xfrm>
          <a:off x="2819451" y="2247072"/>
          <a:ext cx="205998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Experiment Setup</a:t>
          </a:r>
        </a:p>
      </dsp:txBody>
      <dsp:txXfrm>
        <a:off x="2819451" y="2247072"/>
        <a:ext cx="2059980" cy="720000"/>
      </dsp:txXfrm>
    </dsp:sp>
    <dsp:sp modelId="{CB818C91-BE25-41C6-87DA-C3DC7FC3ACA8}">
      <dsp:nvSpPr>
        <dsp:cNvPr id="0" name=""/>
        <dsp:cNvSpPr/>
      </dsp:nvSpPr>
      <dsp:spPr>
        <a:xfrm>
          <a:off x="5641624" y="599088"/>
          <a:ext cx="1256587" cy="12565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18805-5087-4E30-8F9A-AD249E357AB6}">
      <dsp:nvSpPr>
        <dsp:cNvPr id="0" name=""/>
        <dsp:cNvSpPr/>
      </dsp:nvSpPr>
      <dsp:spPr>
        <a:xfrm>
          <a:off x="5909421" y="866885"/>
          <a:ext cx="720993" cy="7209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CCE19-D86F-4682-B42B-3A82AA6D9905}">
      <dsp:nvSpPr>
        <dsp:cNvPr id="0" name=""/>
        <dsp:cNvSpPr/>
      </dsp:nvSpPr>
      <dsp:spPr>
        <a:xfrm>
          <a:off x="5239928" y="2247072"/>
          <a:ext cx="205998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Performance Recording and Analysis</a:t>
          </a:r>
        </a:p>
      </dsp:txBody>
      <dsp:txXfrm>
        <a:off x="5239928" y="2247072"/>
        <a:ext cx="2059980" cy="720000"/>
      </dsp:txXfrm>
    </dsp:sp>
    <dsp:sp modelId="{87A47815-5017-4EBA-82A8-E51BE0883022}">
      <dsp:nvSpPr>
        <dsp:cNvPr id="0" name=""/>
        <dsp:cNvSpPr/>
      </dsp:nvSpPr>
      <dsp:spPr>
        <a:xfrm>
          <a:off x="8062100" y="599088"/>
          <a:ext cx="1256587" cy="125658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75ACB-5FD5-4B67-A600-55783ECA709F}">
      <dsp:nvSpPr>
        <dsp:cNvPr id="0" name=""/>
        <dsp:cNvSpPr/>
      </dsp:nvSpPr>
      <dsp:spPr>
        <a:xfrm>
          <a:off x="8329898" y="866885"/>
          <a:ext cx="720993" cy="7209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E9303-0F2D-4F1F-A174-BD5DBF747713}">
      <dsp:nvSpPr>
        <dsp:cNvPr id="0" name=""/>
        <dsp:cNvSpPr/>
      </dsp:nvSpPr>
      <dsp:spPr>
        <a:xfrm>
          <a:off x="7660404" y="2247072"/>
          <a:ext cx="205998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Insights and Optimization</a:t>
          </a:r>
        </a:p>
      </dsp:txBody>
      <dsp:txXfrm>
        <a:off x="7660404" y="2247072"/>
        <a:ext cx="205998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AA757-5276-4FC3-B791-41EFF6A23C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DFCAD-7464-44F6-89A9-F0C1C9A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90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goes over the environment setup. WSL2: Debian was used for this project as a way to practice using it. I also created a virtual environment for the project that was in the repo folder, but added to the </a:t>
            </a:r>
            <a:r>
              <a:rPr lang="en-US" dirty="0" err="1"/>
              <a:t>gitignore</a:t>
            </a:r>
            <a:r>
              <a:rPr lang="en-US" dirty="0"/>
              <a:t> file so there were not 1000+ changes on every merge. The requirements.txt file was utilized to show what libraries were used in the </a:t>
            </a:r>
            <a:r>
              <a:rPr lang="en-US" dirty="0" err="1"/>
              <a:t>jupyter</a:t>
            </a:r>
            <a:r>
              <a:rPr lang="en-US" dirty="0"/>
              <a:t>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DFCAD-7464-44F6-89A9-F0C1C9A38D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08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goes over the plan for testing the different length training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DFCAD-7464-44F6-89A9-F0C1C9A38DD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76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goes over the initial data prepping function and the function that houses the LSTM model that was 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DFCAD-7464-44F6-89A9-F0C1C9A38DD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36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goes over the evaluation and training function, as well as the portion where it was used in the main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DFCAD-7464-44F6-89A9-F0C1C9A38DD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1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goes over the functions where the visuals were stored for accuracy values for easier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DFCAD-7464-44F6-89A9-F0C1C9A38DD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12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goes over where the results </a:t>
            </a:r>
            <a:r>
              <a:rPr lang="en-US" dirty="0" err="1"/>
              <a:t>dataframe</a:t>
            </a:r>
            <a:r>
              <a:rPr lang="en-US" dirty="0"/>
              <a:t> gets created and the functions for compiling the accuracy values that recorded from the training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DFCAD-7464-44F6-89A9-F0C1C9A38DD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38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goes over the outputs from the main function. It shows the values for common regression accuracy metrics such as MSE, RSME, MAE, and R2.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DFCAD-7464-44F6-89A9-F0C1C9A38DD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70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visual outputs of the values that were collected, as well as which number of epochs had the best measurements for each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DFCAD-7464-44F6-89A9-F0C1C9A38DD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74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5C8D4-E061-AC75-A599-B0B0093DF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A98E1-39BF-055E-F926-8EF7F83A4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429BA-B313-8D93-BFCD-FDB0D0936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ADD5-614F-4FA9-8413-D3C77EC0F5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B6837-041F-23DE-550C-BA793641C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D437E-804B-2A52-76C6-513FC8DA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CE2B-2FE7-4ABD-915C-84515DE60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80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C8D53-A287-CAA0-27E3-191AD90B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DE72D-1E23-FB3A-915F-95517346E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541B5-EB9D-EAA5-69EF-E894CD52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ADD5-614F-4FA9-8413-D3C77EC0F5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6D219-6CE2-D88D-06DB-252F310A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B765E-1595-4FB8-8FC7-72BEE09C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CE2B-2FE7-4ABD-915C-84515DE60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4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6D1F-C819-2B2D-12EA-5B819046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F8B6C-7B3A-6BD2-CF1B-64DFEF052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4ADAF-D1DD-D1A1-A9A5-D2314BB3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ADD5-614F-4FA9-8413-D3C77EC0F5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33E6E-9D01-F4E5-CCF1-C6999FEBA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D8FD7-6DA4-53E3-DA07-9AC1FDE2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CE2B-2FE7-4ABD-915C-84515DE60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7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E260-8461-8DF4-11BD-C3C7F44EC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1EC7D-7539-DB3D-DCBD-FD6D6D203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9A0D5-79C3-203A-8CF1-096519940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469CF-4133-F68A-6DA8-85F6C84E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ADD5-614F-4FA9-8413-D3C77EC0F5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E4AE2-33B0-C15A-1955-6C8BE03C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72F6F-52E5-3C80-3DAD-F73502BE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CE2B-2FE7-4ABD-915C-84515DE60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4781-7815-72BB-026C-406657D6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FE219-CBEE-7B95-6666-CE5D2D23C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A7C37-3600-EBD5-1B97-63D824324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386305-A222-EFC9-5784-305CD021C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8CECC-A85B-37A5-97FF-91A00035BC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94A18F-C628-AE34-FB68-802EB4E98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ADD5-614F-4FA9-8413-D3C77EC0F5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4AC104-F6E5-91D9-8D8E-CFE33C591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8BF86C-2B01-6CAB-C48A-65F21F5A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CE2B-2FE7-4ABD-915C-84515DE60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4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D41B-5CB5-5ED4-3B1B-6E8A7778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B746D-FDA1-C96A-F97B-7B0C963A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ADD5-614F-4FA9-8413-D3C77EC0F5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CEB8F-332B-68D9-3FA9-84B6DD68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951E8-116C-A22B-B51E-E44541D8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CE2B-2FE7-4ABD-915C-84515DE60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6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A2E73E-ECB5-639A-6827-BD57D66F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ADD5-614F-4FA9-8413-D3C77EC0F5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F4538E-8F71-79BF-262B-5D0BB39A6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DD87B-0046-1984-322E-7DEF4C3E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CE2B-2FE7-4ABD-915C-84515DE60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47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4F26E-4EE2-9D0E-F502-84E5ABB2B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492AA-CD62-DE7E-7360-729D11BE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9D8C3-85CD-6106-2B14-6FA86F549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55E3F-C92F-0AC5-92B1-68FB06A44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ADD5-614F-4FA9-8413-D3C77EC0F5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85179-A203-5F0D-F127-0CFA26A22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A068B-0159-677A-A06E-C980BA4B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CE2B-2FE7-4ABD-915C-84515DE60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4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A5A3-BC11-F666-588C-2BCD973DF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5B7DD3-F70A-CFCC-7598-2FC487759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2D145-453A-00DF-63FE-DCC598087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7AFED-3E48-D5C6-3659-E97EDB46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ADD5-614F-4FA9-8413-D3C77EC0F5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ADA0C-F659-746F-FDD9-07B6D37FF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A8A47-F240-1804-7D28-933B94DC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CE2B-2FE7-4ABD-915C-84515DE60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6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86DA5-4C8F-6E26-3019-EDE827CA4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929CA-687C-744F-87B3-07634B830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8B8A8-527E-E562-F771-FDAA2FB85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ADD5-614F-4FA9-8413-D3C77EC0F5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06DE3-1A21-D8B8-DB69-19EB7D541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C2389-ABF0-4E0C-AFB6-0D2C8F88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CE2B-2FE7-4ABD-915C-84515DE60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0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60F48-65EC-7E08-3648-7947FC3FD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E0D59-51C4-E32B-578A-8A24AF52A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0C957-7D7A-B903-6D9D-E3E38DC0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5ADD5-614F-4FA9-8413-D3C77EC0F5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5F8F7-EC41-8AA7-B9F5-E10FF1F9F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16632-DF83-A708-C6FD-DE1DA92E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CE2B-2FE7-4ABD-915C-84515DE60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58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EC6908-C368-D972-A572-62BBB3C1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CEA61-FD59-0FC2-0767-1904173B0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6FE12-E0BE-526E-F4B4-2EEDE110E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5ADD5-614F-4FA9-8413-D3C77EC0F5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BE96E-1A54-A29E-A8A9-F10175020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F918E-B8DE-84A2-319D-54D1F5CE5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80CE2B-2FE7-4ABD-915C-84515DE60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677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ffmoe/CST_605_Week4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tune-lstm-hyperparameters-keras-time-series-forecasting/" TargetMode="External"/><Relationship Id="rId2" Type="http://schemas.openxmlformats.org/officeDocument/2006/relationships/hyperlink" Target="https://www.geeksforgeeks.org/deep-learning/choose-optimal-number-of-epochs-to-train-a-neural-network-in-kera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ndas.pydata.org/docs/reference/api/pandas.melt.html" TargetMode="External"/><Relationship Id="rId5" Type="http://schemas.openxmlformats.org/officeDocument/2006/relationships/hyperlink" Target="https://dataplatform.cloud.ibm.com/docs/content/wsj/analyze-data/ml_dlaas_hpo.html?context=cpdaas" TargetMode="External"/><Relationship Id="rId4" Type="http://schemas.openxmlformats.org/officeDocument/2006/relationships/hyperlink" Target="https://www.projectpro.io/article/lstm-model/832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eep-learning/deep-learning-introduction-to-long-short-term-memory/" TargetMode="External"/><Relationship Id="rId2" Type="http://schemas.openxmlformats.org/officeDocument/2006/relationships/hyperlink" Target="https://medium.com/@dbhatt245/how-to-develop-lstm-recurrent-neural-networks-for-time-series-prediction-in-python-tensorflow-2-0-c39c000c84e9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codex/seasonal-decomposition-and-forecasting-with-statsmodels-92234c6bf3c6" TargetMode="External"/><Relationship Id="rId4" Type="http://schemas.openxmlformats.org/officeDocument/2006/relationships/hyperlink" Target="https://machinelearningmastery.com/time-series-prediction-lstm-recurrent-neural-networks-python-keras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tutorials/structured_data/time_series" TargetMode="External"/><Relationship Id="rId2" Type="http://schemas.openxmlformats.org/officeDocument/2006/relationships/hyperlink" Target="https://www.kaggle.com/datasets/arashnic/time-series-forecasting-with-yahoo-stock-pri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time-series-from-scratch-decomposing-time-series-data-7b7ad0c30fe7/" TargetMode="External"/><Relationship Id="rId5" Type="http://schemas.openxmlformats.org/officeDocument/2006/relationships/hyperlink" Target="https://developer.nvidia.com/discover/lstm" TargetMode="External"/><Relationship Id="rId4" Type="http://schemas.openxmlformats.org/officeDocument/2006/relationships/hyperlink" Target="https://medium.com/@vineet.pandya/use-tensorflow-lstm-for-time-series-forecasting-770ec789d2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4DFA24-59B8-1A9B-12AA-1DADAC67E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b="1" dirty="0">
                <a:solidFill>
                  <a:schemeClr val="tx2"/>
                </a:solidFill>
              </a:rPr>
              <a:t>Epoch Optimization in LSTM Models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9D865-A49E-20E8-C8EA-8AAA01FDF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endParaRPr lang="en-US" sz="2000">
              <a:solidFill>
                <a:schemeClr val="tx2"/>
              </a:solidFill>
            </a:endParaRP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F0E35119-DB7D-FBF3-0AA2-CE43BD90C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9199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40329-EA19-F4C4-FBD1-7C4C64421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Agenda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09D06D-66BE-39EF-B6F2-299BD1161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123077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1809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EE67B3-39E1-ADF0-7267-E0E7D741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Preparation and Environment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D6564-F1DE-551C-5DA0-2DC8EC165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5729" y="4165152"/>
            <a:ext cx="5760846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629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4084AD-6A6E-DC0F-CA40-651A88843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Environment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4209B-5C81-0192-6777-1D613CAD0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71" y="2604438"/>
            <a:ext cx="5709721" cy="2430864"/>
          </a:xfrm>
        </p:spPr>
        <p:txBody>
          <a:bodyPr anchor="t">
            <a:normAutofit fontScale="92500"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Project was created using WSL2: Debian</a:t>
            </a:r>
          </a:p>
          <a:p>
            <a:r>
              <a:rPr lang="en-US" sz="1800" dirty="0">
                <a:solidFill>
                  <a:schemeClr val="tx2"/>
                </a:solidFill>
              </a:rPr>
              <a:t>Created a </a:t>
            </a:r>
            <a:r>
              <a:rPr lang="en-US" sz="1800" dirty="0" err="1">
                <a:solidFill>
                  <a:schemeClr val="tx2"/>
                </a:solidFill>
              </a:rPr>
              <a:t>venv</a:t>
            </a:r>
            <a:r>
              <a:rPr lang="en-US" sz="1800" dirty="0">
                <a:solidFill>
                  <a:schemeClr val="tx2"/>
                </a:solidFill>
              </a:rPr>
              <a:t> using python for this project</a:t>
            </a:r>
          </a:p>
          <a:p>
            <a:pPr lvl="1"/>
            <a:r>
              <a:rPr lang="en-US" sz="1800" dirty="0" err="1">
                <a:solidFill>
                  <a:schemeClr val="tx2"/>
                </a:solidFill>
              </a:rPr>
              <a:t>Venv</a:t>
            </a:r>
            <a:r>
              <a:rPr lang="en-US" sz="1800" dirty="0">
                <a:solidFill>
                  <a:schemeClr val="tx2"/>
                </a:solidFill>
              </a:rPr>
              <a:t>: Week4env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Python version: 3.10.19 (for compatibility with </a:t>
            </a:r>
            <a:r>
              <a:rPr lang="en-US" sz="1800" dirty="0" err="1">
                <a:solidFill>
                  <a:schemeClr val="tx2"/>
                </a:solidFill>
              </a:rPr>
              <a:t>Tensorflow</a:t>
            </a:r>
            <a:r>
              <a:rPr lang="en-US" sz="1800" dirty="0">
                <a:solidFill>
                  <a:schemeClr val="tx2"/>
                </a:solidFill>
              </a:rPr>
              <a:t> WSL2)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Utilized </a:t>
            </a:r>
            <a:r>
              <a:rPr lang="en-US" sz="1800" dirty="0" err="1">
                <a:solidFill>
                  <a:schemeClr val="tx2"/>
                </a:solidFill>
              </a:rPr>
              <a:t>pyenv</a:t>
            </a:r>
            <a:r>
              <a:rPr lang="en-US" sz="1800" dirty="0">
                <a:solidFill>
                  <a:schemeClr val="tx2"/>
                </a:solidFill>
              </a:rPr>
              <a:t> tool to install specific python version</a:t>
            </a:r>
          </a:p>
          <a:p>
            <a:r>
              <a:rPr lang="en-US" sz="1800" dirty="0" err="1">
                <a:solidFill>
                  <a:schemeClr val="tx2"/>
                </a:solidFill>
              </a:rPr>
              <a:t>Github</a:t>
            </a:r>
            <a:r>
              <a:rPr lang="en-US" sz="1800" dirty="0">
                <a:solidFill>
                  <a:schemeClr val="tx2"/>
                </a:solidFill>
              </a:rPr>
              <a:t> repo: </a:t>
            </a:r>
            <a:r>
              <a:rPr lang="en-US" sz="1800" dirty="0">
                <a:solidFill>
                  <a:schemeClr val="tx2"/>
                </a:solidFill>
                <a:hlinkClick r:id="rId3"/>
              </a:rPr>
              <a:t>https://github.com/jeffmoe/CST_605_Week4.git</a:t>
            </a:r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A5E7F58-0913-34E7-4E52-19D27F10B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424" y="2479983"/>
            <a:ext cx="6445358" cy="294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25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6656FE-E39A-A74E-B021-905736BC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Test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D1421-6E4F-8CE1-D641-43457C7F7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1900" dirty="0">
                <a:solidFill>
                  <a:schemeClr val="tx2"/>
                </a:solidFill>
              </a:rPr>
              <a:t>Epoch: a full training pass through all the data.</a:t>
            </a:r>
          </a:p>
          <a:p>
            <a:r>
              <a:rPr lang="en-US" sz="1900" dirty="0">
                <a:solidFill>
                  <a:schemeClr val="tx2"/>
                </a:solidFill>
              </a:rPr>
              <a:t>Train the model using 3,4, and 5 epochs.</a:t>
            </a:r>
          </a:p>
          <a:p>
            <a:r>
              <a:rPr lang="en-US" sz="1900" dirty="0">
                <a:solidFill>
                  <a:schemeClr val="tx2"/>
                </a:solidFill>
              </a:rPr>
              <a:t>Fix all other hyperparameters to isolate epochs.</a:t>
            </a:r>
          </a:p>
          <a:p>
            <a:r>
              <a:rPr lang="en-US" sz="1900" dirty="0">
                <a:solidFill>
                  <a:schemeClr val="tx2"/>
                </a:solidFill>
              </a:rPr>
              <a:t>Record common accuracy metrics for each training loop.</a:t>
            </a:r>
          </a:p>
          <a:p>
            <a:pPr lvl="1"/>
            <a:r>
              <a:rPr lang="en-US" sz="1900" dirty="0">
                <a:solidFill>
                  <a:schemeClr val="tx2"/>
                </a:solidFill>
              </a:rPr>
              <a:t>RSME,MSE,MAE,R2</a:t>
            </a:r>
          </a:p>
          <a:p>
            <a:r>
              <a:rPr lang="en-US" sz="1900" dirty="0">
                <a:solidFill>
                  <a:schemeClr val="tx2"/>
                </a:solidFill>
              </a:rPr>
              <a:t>Visualize and store the values for comparison and analysis.</a:t>
            </a:r>
          </a:p>
          <a:p>
            <a:endParaRPr lang="en-US" sz="1900" dirty="0">
              <a:solidFill>
                <a:schemeClr val="tx2"/>
              </a:solidFill>
            </a:endParaRPr>
          </a:p>
          <a:p>
            <a:pPr lvl="1"/>
            <a:endParaRPr lang="en-US" sz="19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23290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6EC0E8-60F5-B577-C786-7E92DD34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Experiment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56041-B7FD-EAC5-5D19-0D99868DD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5729" y="4165152"/>
            <a:ext cx="5760846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928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3B7EE2-6209-A911-D48D-EE91CEB5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Model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BF902-FCDE-EEFD-C2EF-4A73AF00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1" y="2238127"/>
            <a:ext cx="5709721" cy="2430864"/>
          </a:xfrm>
        </p:spPr>
        <p:txBody>
          <a:bodyPr anchor="t"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Created two functions to prep the data and the model for testing.</a:t>
            </a:r>
          </a:p>
          <a:p>
            <a:r>
              <a:rPr lang="en-US" sz="1600" dirty="0" err="1">
                <a:solidFill>
                  <a:schemeClr val="tx2"/>
                </a:solidFill>
              </a:rPr>
              <a:t>Init_data_prep</a:t>
            </a:r>
            <a:r>
              <a:rPr lang="en-US" sz="1600" dirty="0">
                <a:solidFill>
                  <a:schemeClr val="tx2"/>
                </a:solidFill>
              </a:rPr>
              <a:t>: </a:t>
            </a:r>
          </a:p>
          <a:p>
            <a:pPr lvl="1"/>
            <a:r>
              <a:rPr lang="en-US" sz="1200" dirty="0">
                <a:solidFill>
                  <a:schemeClr val="tx2"/>
                </a:solidFill>
              </a:rPr>
              <a:t>scales the values from the </a:t>
            </a:r>
            <a:r>
              <a:rPr lang="en-US" sz="1200" dirty="0" err="1">
                <a:solidFill>
                  <a:schemeClr val="tx2"/>
                </a:solidFill>
              </a:rPr>
              <a:t>df</a:t>
            </a:r>
            <a:endParaRPr lang="en-US" sz="1200" dirty="0">
              <a:solidFill>
                <a:schemeClr val="tx2"/>
              </a:solidFill>
            </a:endParaRPr>
          </a:p>
          <a:p>
            <a:pPr lvl="1"/>
            <a:r>
              <a:rPr lang="en-US" sz="1200" dirty="0">
                <a:solidFill>
                  <a:schemeClr val="tx2"/>
                </a:solidFill>
              </a:rPr>
              <a:t>Splits the data into training and test sets</a:t>
            </a:r>
          </a:p>
          <a:p>
            <a:r>
              <a:rPr lang="en-US" sz="1600" dirty="0" err="1">
                <a:solidFill>
                  <a:schemeClr val="tx2"/>
                </a:solidFill>
              </a:rPr>
              <a:t>Lstm_model</a:t>
            </a:r>
            <a:r>
              <a:rPr lang="en-US" sz="160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1200" dirty="0">
                <a:solidFill>
                  <a:schemeClr val="tx2"/>
                </a:solidFill>
              </a:rPr>
              <a:t>Creates the layers for the LSTM and returns it.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99ED0CD-1D81-3A34-6251-CE81CC265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5730"/>
            <a:ext cx="4834070" cy="26321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BF2AC3-9A4B-3636-DB06-FE1AD7BD2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070" y="4220538"/>
            <a:ext cx="7166131" cy="23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2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83B045-9658-8833-45E8-CF3CBCF86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Epoch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E50F-63B0-8F49-2C26-A9F549A1F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1" y="2412441"/>
            <a:ext cx="5709721" cy="2430864"/>
          </a:xfrm>
        </p:spPr>
        <p:txBody>
          <a:bodyPr anchor="t"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Have a training/evaluation function that gets fed into the experiment function.</a:t>
            </a:r>
          </a:p>
          <a:p>
            <a:r>
              <a:rPr lang="en-US" sz="1600" dirty="0">
                <a:solidFill>
                  <a:schemeClr val="tx2"/>
                </a:solidFill>
              </a:rPr>
              <a:t>Experiment function passes the number of epochs to the training/evaluation function.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BBF4FDA-B1AD-49DA-FDE0-379F94246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473542"/>
            <a:ext cx="5175115" cy="3340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216A04-4522-8D68-1B74-9EC6F131B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561" y="3473543"/>
            <a:ext cx="2810127" cy="338445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38A488-7B7E-AE05-D721-F72E935F674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75114" y="5143861"/>
            <a:ext cx="310447" cy="2191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836911B-69A4-1F88-4644-FE2201AC4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3034" y="3649487"/>
            <a:ext cx="3790134" cy="2988747"/>
          </a:xfrm>
          <a:prstGeom prst="rect">
            <a:avLst/>
          </a:prstGeom>
        </p:spPr>
      </p:pic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2D29AB3-3331-3CA7-DC83-F71494DC6A2A}"/>
              </a:ext>
            </a:extLst>
          </p:cNvPr>
          <p:cNvCxnSpPr>
            <a:stCxn id="7" idx="0"/>
            <a:endCxn id="23" idx="0"/>
          </p:cNvCxnSpPr>
          <p:nvPr/>
        </p:nvCxnSpPr>
        <p:spPr>
          <a:xfrm rot="16200000" flipH="1">
            <a:off x="8466391" y="1897777"/>
            <a:ext cx="175944" cy="3327476"/>
          </a:xfrm>
          <a:prstGeom prst="bentConnector3">
            <a:avLst>
              <a:gd name="adj1" fmla="val -78325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581C757-38B2-AEE3-1459-B81FD6135080}"/>
              </a:ext>
            </a:extLst>
          </p:cNvPr>
          <p:cNvCxnSpPr>
            <a:cxnSpLocks/>
          </p:cNvCxnSpPr>
          <p:nvPr/>
        </p:nvCxnSpPr>
        <p:spPr>
          <a:xfrm flipH="1">
            <a:off x="9610928" y="4909226"/>
            <a:ext cx="43450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330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E8174D-7F28-ACD5-F290-C5C20D98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Performance Recording and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B7BF7-4FB9-39AB-3D27-5A487AEBD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5729" y="4165152"/>
            <a:ext cx="5760846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0270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97F8F4-8137-C11E-7DB1-4E3A0D8E7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411" y="193229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Accuracy Recording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A3C90-4784-7C17-CB60-B155FE6B9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1" y="1531206"/>
            <a:ext cx="5709721" cy="2430864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Visuals were created with the </a:t>
            </a:r>
            <a:r>
              <a:rPr lang="en-US" sz="2000" dirty="0" err="1">
                <a:solidFill>
                  <a:schemeClr val="tx2"/>
                </a:solidFill>
              </a:rPr>
              <a:t>epoch_accuracy</a:t>
            </a:r>
            <a:r>
              <a:rPr lang="en-US" sz="2000" dirty="0">
                <a:solidFill>
                  <a:schemeClr val="tx2"/>
                </a:solidFill>
              </a:rPr>
              <a:t>, </a:t>
            </a:r>
            <a:r>
              <a:rPr lang="en-US" sz="2000" dirty="0" err="1">
                <a:solidFill>
                  <a:schemeClr val="tx2"/>
                </a:solidFill>
              </a:rPr>
              <a:t>training_visual</a:t>
            </a:r>
            <a:r>
              <a:rPr lang="en-US" sz="2000" dirty="0">
                <a:solidFill>
                  <a:schemeClr val="tx2"/>
                </a:solidFill>
              </a:rPr>
              <a:t>, and </a:t>
            </a:r>
            <a:r>
              <a:rPr lang="en-US" sz="2000" dirty="0" err="1">
                <a:solidFill>
                  <a:schemeClr val="tx2"/>
                </a:solidFill>
              </a:rPr>
              <a:t>hyperparameter_test</a:t>
            </a:r>
            <a:r>
              <a:rPr lang="en-US" sz="2000" dirty="0">
                <a:solidFill>
                  <a:schemeClr val="tx2"/>
                </a:solidFill>
              </a:rPr>
              <a:t> functions.</a:t>
            </a:r>
          </a:p>
          <a:p>
            <a:r>
              <a:rPr lang="en-US" sz="2000" dirty="0">
                <a:solidFill>
                  <a:schemeClr val="tx2"/>
                </a:solidFill>
              </a:rPr>
              <a:t>Data tables were created with the </a:t>
            </a:r>
            <a:r>
              <a:rPr lang="en-US" sz="2000" dirty="0" err="1">
                <a:solidFill>
                  <a:schemeClr val="tx2"/>
                </a:solidFill>
              </a:rPr>
              <a:t>results_table</a:t>
            </a:r>
            <a:r>
              <a:rPr lang="en-US" sz="2000" dirty="0">
                <a:solidFill>
                  <a:schemeClr val="tx2"/>
                </a:solidFill>
              </a:rPr>
              <a:t> and </a:t>
            </a:r>
            <a:r>
              <a:rPr lang="en-US" sz="2000" dirty="0" err="1">
                <a:solidFill>
                  <a:schemeClr val="tx2"/>
                </a:solidFill>
              </a:rPr>
              <a:t>hyperparameter_test</a:t>
            </a:r>
            <a:r>
              <a:rPr lang="en-US" sz="2000" dirty="0">
                <a:solidFill>
                  <a:schemeClr val="tx2"/>
                </a:solidFill>
              </a:rPr>
              <a:t> functions.</a:t>
            </a:r>
          </a:p>
          <a:p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062190F-0286-4D2F-1D09-A856D04F8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3" y="3547353"/>
            <a:ext cx="5645453" cy="3260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024FA8-3DC5-6432-2B7C-67FFDE14E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882" y="3547353"/>
            <a:ext cx="5531134" cy="236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17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6D2DEC-99D2-83BE-56B1-D8D3256CF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0719" y="158850"/>
            <a:ext cx="5754696" cy="67461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Accuracy Recording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69A179E-5E78-C5DF-19F3-A60E90CB4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95" y="2183856"/>
            <a:ext cx="3111660" cy="2749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64EEB7-B8B8-122D-A9C4-5EC277789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5" y="5403683"/>
            <a:ext cx="3988005" cy="1295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B33B0B-C97E-E4D4-C38E-8713F495CE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95" y="4987559"/>
            <a:ext cx="2876698" cy="228612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721066-D85C-7BCF-E087-284FCDE9D2DA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>
            <a:off x="1559944" y="5216171"/>
            <a:ext cx="555654" cy="1875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3ED77CDC-782B-7BA2-2066-DAB5615362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0874" y="760453"/>
            <a:ext cx="5931370" cy="3627409"/>
          </a:xfrm>
          <a:prstGeom prst="rect">
            <a:avLst/>
          </a:prstGeom>
        </p:spPr>
      </p:pic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1C7C83F-78B5-2BD6-EF30-036B3DE87E42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4109600" y="2574158"/>
            <a:ext cx="771274" cy="347725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74A01EF-7832-2E37-F89E-62FF83A24010}"/>
              </a:ext>
            </a:extLst>
          </p:cNvPr>
          <p:cNvSpPr/>
          <p:nvPr/>
        </p:nvSpPr>
        <p:spPr>
          <a:xfrm>
            <a:off x="121595" y="6316494"/>
            <a:ext cx="3432243" cy="3437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224303-0264-BA79-2717-1E146E2E7013}"/>
              </a:ext>
            </a:extLst>
          </p:cNvPr>
          <p:cNvSpPr/>
          <p:nvPr/>
        </p:nvSpPr>
        <p:spPr>
          <a:xfrm>
            <a:off x="120832" y="5571209"/>
            <a:ext cx="3988005" cy="1875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D6984CB-16E7-9378-4A38-32E9A49CD9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9322" y="4528258"/>
            <a:ext cx="4406836" cy="2273413"/>
          </a:xfrm>
          <a:prstGeom prst="rect">
            <a:avLst/>
          </a:prstGeom>
        </p:spPr>
      </p:pic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FC1571AE-F8E1-A96F-4E68-2A23A81E8C6B}"/>
              </a:ext>
            </a:extLst>
          </p:cNvPr>
          <p:cNvCxnSpPr>
            <a:stCxn id="26" idx="3"/>
            <a:endCxn id="33" idx="3"/>
          </p:cNvCxnSpPr>
          <p:nvPr/>
        </p:nvCxnSpPr>
        <p:spPr>
          <a:xfrm flipH="1">
            <a:off x="10266158" y="2574158"/>
            <a:ext cx="546086" cy="3090807"/>
          </a:xfrm>
          <a:prstGeom prst="bentConnector3">
            <a:avLst>
              <a:gd name="adj1" fmla="val -41862"/>
            </a:avLst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462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AD5AC6-3415-C78E-EC09-0A03FA2F3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Insights and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0C710-4BCE-25BC-53DC-6C8993219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5729" y="4165152"/>
            <a:ext cx="5760846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1189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04AE31-5D3D-D49F-E84F-42E1527F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E1B2D-8917-C088-90F6-C7A76C29F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0724" y="2334160"/>
            <a:ext cx="5709721" cy="2430864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MSE,MAE,RSME decreased from 3 to 4 epochs.</a:t>
            </a:r>
          </a:p>
          <a:p>
            <a:r>
              <a:rPr lang="en-US" sz="2000" dirty="0">
                <a:solidFill>
                  <a:schemeClr val="tx2"/>
                </a:solidFill>
              </a:rPr>
              <a:t>MSE,MAE,RSME increased from 4 to 5 epochs.</a:t>
            </a:r>
          </a:p>
          <a:p>
            <a:r>
              <a:rPr lang="en-US" sz="2000" dirty="0">
                <a:solidFill>
                  <a:schemeClr val="tx2"/>
                </a:solidFill>
              </a:rPr>
              <a:t>R2 increased from 3 to 4 epochs.</a:t>
            </a:r>
          </a:p>
          <a:p>
            <a:r>
              <a:rPr lang="en-US" sz="2000" dirty="0">
                <a:solidFill>
                  <a:schemeClr val="tx2"/>
                </a:solidFill>
              </a:rPr>
              <a:t>R2 decreased from 4 to 5 epochs.</a:t>
            </a:r>
          </a:p>
          <a:p>
            <a:endParaRPr lang="en-US" sz="2000" dirty="0">
              <a:solidFill>
                <a:schemeClr val="tx2"/>
              </a:solidFill>
            </a:endParaRPr>
          </a:p>
          <a:p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980DDB9-5B0B-6401-BD76-0B5ED5102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9" y="2334160"/>
            <a:ext cx="2502029" cy="18479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BC26D8-00CE-E9A3-9344-9435C6749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69" y="4245765"/>
            <a:ext cx="2559182" cy="4254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C1B8311-B46C-D68A-B239-E5DA643B9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6415" y="2315431"/>
            <a:ext cx="3225966" cy="131451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BD23636-19AF-F1CC-61AD-EC2F14D25E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6415" y="3687647"/>
            <a:ext cx="3225966" cy="130852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964C48F-CFAF-5607-CDBA-80CA33CF2D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6415" y="5066570"/>
            <a:ext cx="3225966" cy="135970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07C8780-411A-1115-3A85-2FC7FAEC83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8882" y="5066570"/>
            <a:ext cx="5991563" cy="110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59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BE0DCD3-359F-A23A-8C09-DD58643CA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915" y="-5192"/>
            <a:ext cx="5754696" cy="44617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8E16B-F62B-07CE-4895-BFD12258F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2" y="5311303"/>
            <a:ext cx="5822795" cy="1542662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Visuals highlighting the accuracy scores across training lengths.</a:t>
            </a:r>
          </a:p>
          <a:p>
            <a:r>
              <a:rPr lang="en-US" sz="2000" dirty="0">
                <a:solidFill>
                  <a:schemeClr val="tx2"/>
                </a:solidFill>
              </a:rPr>
              <a:t>Decrease in accuracy for 5 epochs </a:t>
            </a:r>
            <a:r>
              <a:rPr lang="en-US" sz="2000">
                <a:solidFill>
                  <a:schemeClr val="tx2"/>
                </a:solidFill>
              </a:rPr>
              <a:t>suggests overfitting.</a:t>
            </a:r>
            <a:endParaRPr lang="en-US" sz="2000" dirty="0">
              <a:solidFill>
                <a:schemeClr val="tx2"/>
              </a:solidFill>
            </a:endParaRPr>
          </a:p>
          <a:p>
            <a:r>
              <a:rPr lang="en-US" sz="2000" dirty="0">
                <a:solidFill>
                  <a:schemeClr val="tx2"/>
                </a:solidFill>
              </a:rPr>
              <a:t>Recommendation: 4 epochs if max limit is 5.</a:t>
            </a:r>
          </a:p>
          <a:p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CFA0F7D-DB2B-D39E-82D1-EF87EC130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9" y="401845"/>
            <a:ext cx="3479136" cy="2311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516F67-616B-D098-949E-AAF20E4D9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30" y="2881827"/>
            <a:ext cx="3479136" cy="23116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52F227-8A8C-6759-47FC-8A23EFB2FF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435" y="2881827"/>
            <a:ext cx="4667883" cy="33078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B526961-F076-B4E4-E2B2-7E07DCCBD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8652" y="2881827"/>
            <a:ext cx="3479136" cy="231162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CB291FD-5450-9FA0-3035-84824AF598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8654" y="401845"/>
            <a:ext cx="3403947" cy="22616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4833C76-C21E-5595-61D8-7A3F02D5F0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8435" y="401845"/>
            <a:ext cx="3528846" cy="23446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F9B79BE-BDAD-73D3-5655-FCDE6DFC40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6340" y="5611241"/>
            <a:ext cx="2388422" cy="115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1E7276-F8F6-05F5-5C57-379C6C539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E8BC7-12FC-1A6D-C5A4-E3EE7E1B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7115" y="2607013"/>
            <a:ext cx="7509753" cy="3391710"/>
          </a:xfrm>
          <a:ln>
            <a:noFill/>
          </a:ln>
        </p:spPr>
        <p:txBody>
          <a:bodyPr anchor="t">
            <a:normAutofit fontScale="92500" lnSpcReduction="10000"/>
          </a:bodyPr>
          <a:lstStyle/>
          <a:p>
            <a:r>
              <a:rPr lang="en-US" sz="1600" dirty="0" err="1">
                <a:solidFill>
                  <a:schemeClr val="tx2"/>
                </a:solidFill>
              </a:rPr>
              <a:t>GeeksforGeeks</a:t>
            </a:r>
            <a:r>
              <a:rPr lang="en-US" sz="1600" dirty="0">
                <a:solidFill>
                  <a:schemeClr val="tx2"/>
                </a:solidFill>
              </a:rPr>
              <a:t>. (2020, June 6). </a:t>
            </a:r>
            <a:r>
              <a:rPr lang="en-US" sz="1600" i="1" dirty="0">
                <a:solidFill>
                  <a:schemeClr val="tx2"/>
                </a:solidFill>
              </a:rPr>
              <a:t>Choose Optimal Number of Epochs to Train a Neural Network in </a:t>
            </a:r>
            <a:r>
              <a:rPr lang="en-US" sz="1600" i="1" dirty="0" err="1">
                <a:solidFill>
                  <a:schemeClr val="tx2"/>
                </a:solidFill>
              </a:rPr>
              <a:t>Keras</a:t>
            </a:r>
            <a:r>
              <a:rPr lang="en-US" sz="1600" dirty="0">
                <a:solidFill>
                  <a:schemeClr val="tx2"/>
                </a:solidFill>
              </a:rPr>
              <a:t>. </a:t>
            </a:r>
            <a:r>
              <a:rPr lang="en-US" sz="1600" dirty="0" err="1">
                <a:solidFill>
                  <a:schemeClr val="tx2"/>
                </a:solidFill>
              </a:rPr>
              <a:t>GeeksforGeeks</a:t>
            </a:r>
            <a:r>
              <a:rPr lang="en-US" sz="1600" dirty="0">
                <a:solidFill>
                  <a:schemeClr val="tx2"/>
                </a:solidFill>
              </a:rPr>
              <a:t>. </a:t>
            </a:r>
            <a:r>
              <a:rPr lang="en-US" sz="1600" dirty="0">
                <a:solidFill>
                  <a:schemeClr val="tx2"/>
                </a:solidFill>
                <a:hlinkClick r:id="rId2"/>
              </a:rPr>
              <a:t>https://www.geeksforgeeks.org/deep-learning/choose-optimal-number-of-epochs-to-train-a-neural-network-in-keras/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r>
              <a:rPr lang="en-US" sz="1600" dirty="0">
                <a:solidFill>
                  <a:schemeClr val="tx2"/>
                </a:solidFill>
              </a:rPr>
              <a:t>Brownlee, J. (2017, April 11). </a:t>
            </a:r>
            <a:r>
              <a:rPr lang="en-US" sz="1600" i="1" dirty="0">
                <a:solidFill>
                  <a:schemeClr val="tx2"/>
                </a:solidFill>
              </a:rPr>
              <a:t>How to Tune LSTM Hyperparameters with </a:t>
            </a:r>
            <a:r>
              <a:rPr lang="en-US" sz="1600" i="1" dirty="0" err="1">
                <a:solidFill>
                  <a:schemeClr val="tx2"/>
                </a:solidFill>
              </a:rPr>
              <a:t>Keras</a:t>
            </a:r>
            <a:r>
              <a:rPr lang="en-US" sz="1600" i="1" dirty="0">
                <a:solidFill>
                  <a:schemeClr val="tx2"/>
                </a:solidFill>
              </a:rPr>
              <a:t> for Time Series Forecasting</a:t>
            </a:r>
            <a:r>
              <a:rPr lang="en-US" sz="1600" dirty="0">
                <a:solidFill>
                  <a:schemeClr val="tx2"/>
                </a:solidFill>
              </a:rPr>
              <a:t>. Machine Learning Mastery. </a:t>
            </a:r>
            <a:r>
              <a:rPr lang="en-US" sz="1600" dirty="0">
                <a:solidFill>
                  <a:schemeClr val="tx2"/>
                </a:solidFill>
                <a:hlinkClick r:id="rId3"/>
              </a:rPr>
              <a:t>https://machinelearningmastery.com/tune-lstm-hyperparameters-keras-time-series-forecasting/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r>
              <a:rPr lang="en-US" sz="1600" i="1" dirty="0">
                <a:solidFill>
                  <a:schemeClr val="tx2"/>
                </a:solidFill>
              </a:rPr>
              <a:t>The Ultimate Guide to Building Your Own LSTM Models</a:t>
            </a:r>
            <a:r>
              <a:rPr lang="en-US" sz="1600" dirty="0">
                <a:solidFill>
                  <a:schemeClr val="tx2"/>
                </a:solidFill>
              </a:rPr>
              <a:t>. (n.d.). </a:t>
            </a:r>
            <a:r>
              <a:rPr lang="en-US" sz="1600" dirty="0" err="1">
                <a:solidFill>
                  <a:schemeClr val="tx2"/>
                </a:solidFill>
              </a:rPr>
              <a:t>ProjectPro</a:t>
            </a:r>
            <a:r>
              <a:rPr lang="en-US" sz="1600" dirty="0">
                <a:solidFill>
                  <a:schemeClr val="tx2"/>
                </a:solidFill>
              </a:rPr>
              <a:t>. </a:t>
            </a:r>
            <a:r>
              <a:rPr lang="en-US" sz="1600" dirty="0">
                <a:solidFill>
                  <a:schemeClr val="tx2"/>
                </a:solidFill>
                <a:hlinkClick r:id="rId4"/>
              </a:rPr>
              <a:t>https://www.projectpro.io/article/lstm-model/832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r>
              <a:rPr lang="en-US" sz="1600" i="1" dirty="0">
                <a:solidFill>
                  <a:schemeClr val="tx2"/>
                </a:solidFill>
              </a:rPr>
              <a:t>Hyperparameter Optimization | IBM Cloud Pak for Data as a Service</a:t>
            </a:r>
            <a:r>
              <a:rPr lang="en-US" sz="1600" dirty="0">
                <a:solidFill>
                  <a:schemeClr val="tx2"/>
                </a:solidFill>
              </a:rPr>
              <a:t>. (n.d.). Dataplatform.cloud.ibm.com. </a:t>
            </a:r>
            <a:r>
              <a:rPr lang="en-US" sz="1600" dirty="0">
                <a:solidFill>
                  <a:schemeClr val="tx2"/>
                </a:solidFill>
                <a:hlinkClick r:id="rId5"/>
              </a:rPr>
              <a:t>https://dataplatform.cloud.ibm.com/docs/content/wsj/analyze-data/ml_dlaas_hpo.html?context=cpdaas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r>
              <a:rPr lang="en-US" sz="1700" dirty="0">
                <a:solidFill>
                  <a:schemeClr val="tx2"/>
                </a:solidFill>
              </a:rPr>
              <a:t>Pandas. (n.d.). </a:t>
            </a:r>
            <a:r>
              <a:rPr lang="en-US" sz="1700" i="1" dirty="0" err="1">
                <a:solidFill>
                  <a:schemeClr val="tx2"/>
                </a:solidFill>
              </a:rPr>
              <a:t>pandas.melt</a:t>
            </a:r>
            <a:r>
              <a:rPr lang="en-US" sz="1700" i="1" dirty="0">
                <a:solidFill>
                  <a:schemeClr val="tx2"/>
                </a:solidFill>
              </a:rPr>
              <a:t> — pandas 1.4.4 documentation</a:t>
            </a:r>
            <a:r>
              <a:rPr lang="en-US" sz="1700" dirty="0">
                <a:solidFill>
                  <a:schemeClr val="tx2"/>
                </a:solidFill>
              </a:rPr>
              <a:t>. Pandas.pydata.org. </a:t>
            </a:r>
            <a:r>
              <a:rPr lang="en-US" sz="1700" dirty="0">
                <a:hlinkClick r:id="rId6"/>
              </a:rPr>
              <a:t>https://pandas.pydata.org/docs/reference/api/pandas.melt.html</a:t>
            </a:r>
            <a:r>
              <a:rPr lang="en-US" sz="1700" dirty="0"/>
              <a:t> </a:t>
            </a:r>
          </a:p>
          <a:p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57255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CB2E590-0C9D-3247-0716-3EEC7F713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B83D4-28E5-5CA4-925B-33469FCC9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660" y="2600527"/>
            <a:ext cx="7133617" cy="3818295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Bhatt, D. (2025, October 15). </a:t>
            </a:r>
            <a:r>
              <a:rPr lang="en-US" sz="1600" i="1" dirty="0">
                <a:solidFill>
                  <a:schemeClr val="tx2"/>
                </a:solidFill>
              </a:rPr>
              <a:t>How To Develop LSTM Recurrent Neural Networks for Time Series Prediction in Python (TensorFlow 2.0)</a:t>
            </a:r>
            <a:r>
              <a:rPr lang="en-US" sz="1600" dirty="0">
                <a:solidFill>
                  <a:schemeClr val="tx2"/>
                </a:solidFill>
              </a:rPr>
              <a:t>. Medium. </a:t>
            </a:r>
            <a:r>
              <a:rPr lang="en-US" sz="1600" dirty="0">
                <a:solidFill>
                  <a:schemeClr val="tx2"/>
                </a:solidFill>
                <a:hlinkClick r:id="rId2"/>
              </a:rPr>
              <a:t>https://medium.com/@dbhatt245/how-to-develop-lstm-recurrent-neural-networks-for-time-series-prediction-in-python-tensorflow-2-0-c39c000c84e9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r>
              <a:rPr lang="en-US" sz="1600" dirty="0">
                <a:solidFill>
                  <a:schemeClr val="tx2"/>
                </a:solidFill>
              </a:rPr>
              <a:t>Aurélien </a:t>
            </a:r>
            <a:r>
              <a:rPr lang="en-US" sz="1600" dirty="0" err="1">
                <a:solidFill>
                  <a:schemeClr val="tx2"/>
                </a:solidFill>
              </a:rPr>
              <a:t>Géron</a:t>
            </a:r>
            <a:r>
              <a:rPr lang="en-US" sz="1600" dirty="0">
                <a:solidFill>
                  <a:schemeClr val="tx2"/>
                </a:solidFill>
              </a:rPr>
              <a:t>. (2019). </a:t>
            </a:r>
            <a:r>
              <a:rPr lang="en-US" sz="1600" i="1" dirty="0">
                <a:solidFill>
                  <a:schemeClr val="tx2"/>
                </a:solidFill>
              </a:rPr>
              <a:t>Hands-On Machine Learning with Scikit-Learn, </a:t>
            </a:r>
            <a:r>
              <a:rPr lang="en-US" sz="1600" i="1" dirty="0" err="1">
                <a:solidFill>
                  <a:schemeClr val="tx2"/>
                </a:solidFill>
              </a:rPr>
              <a:t>Keras</a:t>
            </a:r>
            <a:r>
              <a:rPr lang="en-US" sz="1600" i="1" dirty="0">
                <a:solidFill>
                  <a:schemeClr val="tx2"/>
                </a:solidFill>
              </a:rPr>
              <a:t>, and TensorFlow</a:t>
            </a:r>
            <a:r>
              <a:rPr lang="en-US" sz="1600" dirty="0">
                <a:solidFill>
                  <a:schemeClr val="tx2"/>
                </a:solidFill>
              </a:rPr>
              <a:t>. “O’Reilly Media, Inc.”</a:t>
            </a:r>
          </a:p>
          <a:p>
            <a:r>
              <a:rPr lang="en-US" sz="1600" dirty="0" err="1">
                <a:solidFill>
                  <a:schemeClr val="tx2"/>
                </a:solidFill>
              </a:rPr>
              <a:t>GeeksforGeeks</a:t>
            </a:r>
            <a:r>
              <a:rPr lang="en-US" sz="1600" dirty="0">
                <a:solidFill>
                  <a:schemeClr val="tx2"/>
                </a:solidFill>
              </a:rPr>
              <a:t>. (2019, January 16). </a:t>
            </a:r>
            <a:r>
              <a:rPr lang="en-US" sz="1600" i="1" dirty="0">
                <a:solidFill>
                  <a:schemeClr val="tx2"/>
                </a:solidFill>
              </a:rPr>
              <a:t>What is LSTM Long Short Term Memory?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GeeksforGeeks</a:t>
            </a:r>
            <a:r>
              <a:rPr lang="en-US" sz="1600" dirty="0">
                <a:solidFill>
                  <a:schemeClr val="tx2"/>
                </a:solidFill>
              </a:rPr>
              <a:t>. </a:t>
            </a:r>
            <a:r>
              <a:rPr lang="en-US" sz="1600" dirty="0">
                <a:solidFill>
                  <a:schemeClr val="tx2"/>
                </a:solidFill>
                <a:hlinkClick r:id="rId3"/>
              </a:rPr>
              <a:t>https://www.geeksforgeeks.org/deep-learning/deep-learning-introduction-to-long-short-term-memory/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r>
              <a:rPr lang="en-US" sz="1600" dirty="0">
                <a:solidFill>
                  <a:schemeClr val="tx2"/>
                </a:solidFill>
              </a:rPr>
              <a:t>Brownlee, J. (2019, April 26). </a:t>
            </a:r>
            <a:r>
              <a:rPr lang="en-US" sz="1600" i="1" dirty="0">
                <a:solidFill>
                  <a:schemeClr val="tx2"/>
                </a:solidFill>
              </a:rPr>
              <a:t>Time Series Prediction with LSTM Recurrent Neural Networks in Python with </a:t>
            </a:r>
            <a:r>
              <a:rPr lang="en-US" sz="1600" i="1" dirty="0" err="1">
                <a:solidFill>
                  <a:schemeClr val="tx2"/>
                </a:solidFill>
              </a:rPr>
              <a:t>Keras</a:t>
            </a:r>
            <a:r>
              <a:rPr lang="en-US" sz="1600" dirty="0">
                <a:solidFill>
                  <a:schemeClr val="tx2"/>
                </a:solidFill>
              </a:rPr>
              <a:t>. Machine Learning Mastery. </a:t>
            </a:r>
            <a:r>
              <a:rPr lang="en-US" sz="1600" dirty="0">
                <a:solidFill>
                  <a:schemeClr val="tx2"/>
                </a:solidFill>
                <a:hlinkClick r:id="rId4"/>
              </a:rPr>
              <a:t>https://machinelearningmastery.com/time-series-prediction-lstm-recurrent-neural-networks-python-keras/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r>
              <a:rPr lang="en-US" sz="1600" i="1" dirty="0" err="1">
                <a:solidFill>
                  <a:schemeClr val="tx2"/>
                </a:solidFill>
              </a:rPr>
              <a:t>Securly</a:t>
            </a:r>
            <a:r>
              <a:rPr lang="en-US" sz="1600" i="1" dirty="0">
                <a:solidFill>
                  <a:schemeClr val="tx2"/>
                </a:solidFill>
              </a:rPr>
              <a:t> - Geolocation sharing</a:t>
            </a:r>
            <a:r>
              <a:rPr lang="en-US" sz="1600" dirty="0">
                <a:solidFill>
                  <a:schemeClr val="tx2"/>
                </a:solidFill>
              </a:rPr>
              <a:t>. (2026). Medium.com. </a:t>
            </a:r>
            <a:r>
              <a:rPr lang="en-US" sz="1600" dirty="0">
                <a:solidFill>
                  <a:schemeClr val="tx2"/>
                </a:solidFill>
                <a:hlinkClick r:id="rId5"/>
              </a:rPr>
              <a:t>https://medium.com/codex/seasonal-decomposition-and-forecasting-with-statsmodels-92234c6bf3c6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0564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735432-A7F5-281E-62ED-8EB6B3590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DA777-4CA4-5CCD-EC59-5D32A5FE0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1472" y="2587557"/>
            <a:ext cx="7658911" cy="3456561"/>
          </a:xfrm>
        </p:spPr>
        <p:txBody>
          <a:bodyPr anchor="t">
            <a:noAutofit/>
          </a:bodyPr>
          <a:lstStyle/>
          <a:p>
            <a:r>
              <a:rPr lang="en-US" sz="1600" i="1" dirty="0">
                <a:solidFill>
                  <a:schemeClr val="tx2"/>
                </a:solidFill>
              </a:rPr>
              <a:t>Time Series Forecasting with Yahoo Stock Price</a:t>
            </a:r>
            <a:r>
              <a:rPr lang="en-US" sz="1600" dirty="0">
                <a:solidFill>
                  <a:schemeClr val="tx2"/>
                </a:solidFill>
              </a:rPr>
              <a:t>. (n.d.). Www.kaggle.com. </a:t>
            </a:r>
            <a:r>
              <a:rPr lang="en-US" sz="1600" dirty="0">
                <a:solidFill>
                  <a:schemeClr val="tx2"/>
                </a:solidFill>
                <a:hlinkClick r:id="rId2"/>
              </a:rPr>
              <a:t>https://www.kaggle.com/datasets/arashnic/time-series-forecasting-with-yahoo-stock-price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r>
              <a:rPr lang="en-US" sz="1600" dirty="0">
                <a:solidFill>
                  <a:schemeClr val="tx2"/>
                </a:solidFill>
              </a:rPr>
              <a:t>Time series forecasting. (2009). </a:t>
            </a:r>
            <a:r>
              <a:rPr lang="en-US" sz="1600" i="1" dirty="0">
                <a:solidFill>
                  <a:schemeClr val="tx2"/>
                </a:solidFill>
              </a:rPr>
              <a:t>Time series forecasting  |  TensorFlow Core</a:t>
            </a:r>
            <a:r>
              <a:rPr lang="en-US" sz="1600" dirty="0">
                <a:solidFill>
                  <a:schemeClr val="tx2"/>
                </a:solidFill>
              </a:rPr>
              <a:t>. TensorFlow. </a:t>
            </a:r>
            <a:r>
              <a:rPr lang="en-US" sz="1600" dirty="0">
                <a:solidFill>
                  <a:schemeClr val="tx2"/>
                </a:solidFill>
                <a:hlinkClick r:id="rId3"/>
              </a:rPr>
              <a:t>https://www.tensorflow.org/tutorials/structured_data/time_series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r>
              <a:rPr lang="en-US" sz="1600" dirty="0">
                <a:solidFill>
                  <a:schemeClr val="tx2"/>
                </a:solidFill>
              </a:rPr>
              <a:t>PANDYA, V. (2023, May 6). </a:t>
            </a:r>
            <a:r>
              <a:rPr lang="en-US" sz="1600" i="1" dirty="0">
                <a:solidFill>
                  <a:schemeClr val="tx2"/>
                </a:solidFill>
              </a:rPr>
              <a:t>Use </a:t>
            </a:r>
            <a:r>
              <a:rPr lang="en-US" sz="1600" i="1" dirty="0" err="1">
                <a:solidFill>
                  <a:schemeClr val="tx2"/>
                </a:solidFill>
              </a:rPr>
              <a:t>Tensorflow</a:t>
            </a:r>
            <a:r>
              <a:rPr lang="en-US" sz="1600" i="1" dirty="0">
                <a:solidFill>
                  <a:schemeClr val="tx2"/>
                </a:solidFill>
              </a:rPr>
              <a:t> LSTM for Time Series Forecasting</a:t>
            </a:r>
            <a:r>
              <a:rPr lang="en-US" sz="1600" dirty="0">
                <a:solidFill>
                  <a:schemeClr val="tx2"/>
                </a:solidFill>
              </a:rPr>
              <a:t>. Medium. </a:t>
            </a:r>
            <a:r>
              <a:rPr lang="en-US" sz="1600" dirty="0">
                <a:solidFill>
                  <a:schemeClr val="tx2"/>
                </a:solidFill>
                <a:hlinkClick r:id="rId4"/>
              </a:rPr>
              <a:t>https://medium.com/@vineet.pandya/use-tensorflow-lstm-for-time-series-forecasting-770ec789d2ce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r>
              <a:rPr lang="en-US" sz="1600" dirty="0">
                <a:solidFill>
                  <a:schemeClr val="tx2"/>
                </a:solidFill>
              </a:rPr>
              <a:t>NVIDIA. (2018, August 3). </a:t>
            </a:r>
            <a:r>
              <a:rPr lang="en-US" sz="1600" i="1" dirty="0">
                <a:solidFill>
                  <a:schemeClr val="tx2"/>
                </a:solidFill>
              </a:rPr>
              <a:t>Long Short-Term Memory (LSTM)</a:t>
            </a:r>
            <a:r>
              <a:rPr lang="en-US" sz="1600" dirty="0">
                <a:solidFill>
                  <a:schemeClr val="tx2"/>
                </a:solidFill>
              </a:rPr>
              <a:t>. NVIDIA Developer. </a:t>
            </a:r>
            <a:r>
              <a:rPr lang="en-US" sz="1600" dirty="0">
                <a:solidFill>
                  <a:schemeClr val="tx2"/>
                </a:solidFill>
                <a:hlinkClick r:id="rId5"/>
              </a:rPr>
              <a:t>https://developer.nvidia.com/discover/lstm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r>
              <a:rPr lang="en-US" sz="1600" dirty="0" err="1">
                <a:solidFill>
                  <a:schemeClr val="tx2"/>
                </a:solidFill>
              </a:rPr>
              <a:t>Radečić</a:t>
            </a:r>
            <a:r>
              <a:rPr lang="en-US" sz="1600" dirty="0">
                <a:solidFill>
                  <a:schemeClr val="tx2"/>
                </a:solidFill>
              </a:rPr>
              <a:t>, D. (2021, July 15). </a:t>
            </a:r>
            <a:r>
              <a:rPr lang="en-US" sz="1600" i="1" dirty="0">
                <a:solidFill>
                  <a:schemeClr val="tx2"/>
                </a:solidFill>
              </a:rPr>
              <a:t>Time Series From Scratch - Decomposing Time Series Data | Towards Data Science</a:t>
            </a:r>
            <a:r>
              <a:rPr lang="en-US" sz="1600" dirty="0">
                <a:solidFill>
                  <a:schemeClr val="tx2"/>
                </a:solidFill>
              </a:rPr>
              <a:t>. Towards Data Science. </a:t>
            </a:r>
            <a:r>
              <a:rPr lang="en-US" sz="1600" dirty="0">
                <a:solidFill>
                  <a:schemeClr val="tx2"/>
                </a:solidFill>
                <a:hlinkClick r:id="rId6"/>
              </a:rPr>
              <a:t>https://towardsdatascience.com/time-series-from-scratch-decomposing-time-series-data-7b7ad0c30fe7/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71457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1080</Words>
  <Application>Microsoft Office PowerPoint</Application>
  <PresentationFormat>Widescreen</PresentationFormat>
  <Paragraphs>81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Epoch Optimization in LSTM Models</vt:lpstr>
      <vt:lpstr>Agenda</vt:lpstr>
      <vt:lpstr>Preparation and Environment Setup</vt:lpstr>
      <vt:lpstr>Environment Setup</vt:lpstr>
      <vt:lpstr>Test Plan</vt:lpstr>
      <vt:lpstr>Experiment Setup</vt:lpstr>
      <vt:lpstr>Model Preparation</vt:lpstr>
      <vt:lpstr>Epoch Selection</vt:lpstr>
      <vt:lpstr>Performance Recording and Analysis</vt:lpstr>
      <vt:lpstr>Accuracy Recording</vt:lpstr>
      <vt:lpstr>Accuracy Recording</vt:lpstr>
      <vt:lpstr>Insights and Optimization</vt:lpstr>
      <vt:lpstr>Analysis</vt:lpstr>
      <vt:lpstr>Analysis</vt:lpstr>
      <vt:lpstr>Bibliography</vt:lpstr>
      <vt:lpstr>Bibliography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Jeffrey Moe</dc:creator>
  <cp:lastModifiedBy>Jeffrey Moe</cp:lastModifiedBy>
  <cp:revision>1</cp:revision>
  <dcterms:created xsi:type="dcterms:W3CDTF">2026-02-06T21:22:46Z</dcterms:created>
  <dcterms:modified xsi:type="dcterms:W3CDTF">2026-02-06T22:56:24Z</dcterms:modified>
</cp:coreProperties>
</file>